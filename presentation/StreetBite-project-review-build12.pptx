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5905a1e11449fe" /><Relationship Type="http://schemas.openxmlformats.org/officeDocument/2006/relationships/extended-properties" Target="/docProps/app.xml" Id="R497333e1be59448b" /><Relationship Type="http://schemas.openxmlformats.org/officeDocument/2006/relationships/officeDocument" Target="/ppt/presentation.xml" Id="R46a3beca6c6e49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c7dc22b164f37"/>
  </p:sldMasterIdLst>
  <p:notesMasterIdLst>
    <p:notesMasterId xmlns:r="http://schemas.openxmlformats.org/officeDocument/2006/relationships" r:id="R7691f3a25b2f461c"/>
  </p:notesMasterIdLst>
  <p:sldIdLst>
    <p:sldId xmlns:r="http://schemas.openxmlformats.org/officeDocument/2006/relationships" id="256" r:id="R7de549c89c854be0"/>
    <p:sldId xmlns:r="http://schemas.openxmlformats.org/officeDocument/2006/relationships" id="257" r:id="Rbb28345d9ecf4a8b"/>
    <p:sldId xmlns:r="http://schemas.openxmlformats.org/officeDocument/2006/relationships" id="258" r:id="R995622ee47a04d49"/>
    <p:sldId xmlns:r="http://schemas.openxmlformats.org/officeDocument/2006/relationships" id="259" r:id="Rbae7d00d06a44df2"/>
    <p:sldId xmlns:r="http://schemas.openxmlformats.org/officeDocument/2006/relationships" id="260" r:id="R9144e5c945124dcd"/>
    <p:sldId xmlns:r="http://schemas.openxmlformats.org/officeDocument/2006/relationships" id="261" r:id="R36a433e4d1e64bd6"/>
    <p:sldId xmlns:r="http://schemas.openxmlformats.org/officeDocument/2006/relationships" id="262" r:id="Rc07cc1779f2b48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cdb317f5724b46" /><Relationship Type="http://schemas.openxmlformats.org/officeDocument/2006/relationships/slideMaster" Target="/ppt/slideMasters/slideMaster1.xml" Id="Rddac7dc22b164f37" /><Relationship Type="http://schemas.openxmlformats.org/officeDocument/2006/relationships/notesMaster" Target="/ppt/notesMasters/notesMaster1.xml" Id="R7691f3a25b2f461c" /><Relationship Type="http://schemas.openxmlformats.org/officeDocument/2006/relationships/presProps" Target="/ppt/presProps.xml" Id="R9468457bde264fcf" /><Relationship Type="http://schemas.openxmlformats.org/officeDocument/2006/relationships/tableStyles" Target="/ppt/tableStyles.xml" Id="R7272967138d34c02" /><Relationship Type="http://schemas.openxmlformats.org/officeDocument/2006/relationships/slide" Target="/ppt/slides/slide1.xml" Id="R7de549c89c854be0" /><Relationship Type="http://schemas.openxmlformats.org/officeDocument/2006/relationships/slide" Target="/ppt/slides/slide2.xml" Id="Rbb28345d9ecf4a8b" /><Relationship Type="http://schemas.openxmlformats.org/officeDocument/2006/relationships/slide" Target="/ppt/slides/slide3.xml" Id="R995622ee47a04d49" /><Relationship Type="http://schemas.openxmlformats.org/officeDocument/2006/relationships/slide" Target="/ppt/slides/slide4.xml" Id="Rbae7d00d06a44df2" /><Relationship Type="http://schemas.openxmlformats.org/officeDocument/2006/relationships/slide" Target="/ppt/slides/slide5.xml" Id="R9144e5c945124dcd" /><Relationship Type="http://schemas.openxmlformats.org/officeDocument/2006/relationships/slide" Target="/ppt/slides/slide6.xml" Id="R36a433e4d1e64bd6" /><Relationship Type="http://schemas.openxmlformats.org/officeDocument/2006/relationships/slide" Target="/ppt/slides/slide7.xml" Id="Rc07cc1779f2b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25025eaac1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b6388debf1474e" /><Relationship Type="http://schemas.openxmlformats.org/officeDocument/2006/relationships/notesMaster" Target="/ppt/notesMasters/notesMaster1.xml" Id="Re4473b2b397042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6aa8eb1fbe4ba8" /><Relationship Type="http://schemas.openxmlformats.org/officeDocument/2006/relationships/notesMaster" Target="/ppt/notesMasters/notesMaster1.xml" Id="R97e0e79a8632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eb9659ffb64a8f" /><Relationship Type="http://schemas.openxmlformats.org/officeDocument/2006/relationships/notesMaster" Target="/ppt/notesMasters/notesMaster1.xml" Id="Recd3bdc37514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eb2a509864238" /><Relationship Type="http://schemas.openxmlformats.org/officeDocument/2006/relationships/notesMaster" Target="/ppt/notesMasters/notesMaster1.xml" Id="Rdf8cd4d97f8a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2256b11b04999" /><Relationship Type="http://schemas.openxmlformats.org/officeDocument/2006/relationships/notesMaster" Target="/ppt/notesMasters/notesMaster1.xml" Id="R1468fe39cdae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c0d7f22ff41a4" /><Relationship Type="http://schemas.openxmlformats.org/officeDocument/2006/relationships/notesMaster" Target="/ppt/notesMasters/notesMaster1.xml" Id="R04262312c2d943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fc0fd409414f12" /><Relationship Type="http://schemas.openxmlformats.org/officeDocument/2006/relationships/notesMaster" Target="/ppt/notesMasters/notesMaster1.xml" Id="R629c702090cd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Build12 APK SHA256 8e9b47df5283047319d43aaab096e8331c29a08abf458da4d71557a736acabea. Firebase release2nm8gta2jnj68 distributed to the same two authorized testers on14October2026. All35 Flutter tests passed and analyzer clean. Native guest section navigation, order-history authentication gate, back route, Help, Contact and copied public repository URL passed46s. Initial test assumptions/locators corrected, reports retained privately. Profile composition adds start-aligned avatar/name, Settings/Contact/Help and bottom navigation. Full physical five-case suite remains build9; profile/photo/restart remains build4. Slide6 details/cart are genuine build9 captures, search retry build11. Manual cases retain actual execution scope. Phone unavailable; manual real-device verification pending. Figma fidelity partial, bonus map tiles deferred. Demo payments only; no restaurant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22fdc281641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afb4382e243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446b1119343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364a3074348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6c1bdd3c14e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0ef1099ac48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fd1850d744d37" /><Relationship Type="http://schemas.openxmlformats.org/officeDocument/2006/relationships/slideLayout" Target="/ppt/slideLayouts/slideLayout1.xml" Id="Rec033d1636534b03" /><Relationship Type="http://schemas.openxmlformats.org/officeDocument/2006/relationships/slideLayout" Target="/ppt/slideLayouts/slideLayout2.xml" Id="R931b5f230f2e45f0" /><Relationship Type="http://schemas.openxmlformats.org/officeDocument/2006/relationships/slideLayout" Target="/ppt/slideLayouts/slideLayout3.xml" Id="Rf448463b28aa4137" /><Relationship Type="http://schemas.openxmlformats.org/officeDocument/2006/relationships/slideLayout" Target="/ppt/slideLayouts/slideLayout4.xml" Id="R080b4373ae334cb4" /><Relationship Type="http://schemas.openxmlformats.org/officeDocument/2006/relationships/slideLayout" Target="/ppt/slideLayouts/slideLayout5.xml" Id="R3c7641851b3c4bc0" /><Relationship Type="http://schemas.openxmlformats.org/officeDocument/2006/relationships/slideLayout" Target="/ppt/slideLayouts/slideLayout6.xml" Id="R1bf595e06abf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33d1636534b03"/>
    <p:sldLayoutId xmlns:r="http://schemas.openxmlformats.org/officeDocument/2006/relationships" id="2147483650" r:id="R931b5f230f2e45f0"/>
    <p:sldLayoutId xmlns:r="http://schemas.openxmlformats.org/officeDocument/2006/relationships" id="2147483651" r:id="Rf448463b28aa4137"/>
    <p:sldLayoutId xmlns:r="http://schemas.openxmlformats.org/officeDocument/2006/relationships" id="2147483652" r:id="R080b4373ae334cb4"/>
    <p:sldLayoutId xmlns:r="http://schemas.openxmlformats.org/officeDocument/2006/relationships" id="2147483653" r:id="R3c7641851b3c4bc0"/>
    <p:sldLayoutId xmlns:r="http://schemas.openxmlformats.org/officeDocument/2006/relationships" id="2147483654" r:id="R1bf595e06abf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6df6a944f41e6" /><Relationship Type="http://schemas.openxmlformats.org/officeDocument/2006/relationships/image" Target="/ppt/media/image.png" Id="R386766ad4b85417e" /><Relationship Type="http://schemas.openxmlformats.org/officeDocument/2006/relationships/notesSlide" Target="/ppt/notesSlides/notesSlide1.xml" Id="R0dde112c73884f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f7ab94ea04014" /><Relationship Type="http://schemas.openxmlformats.org/officeDocument/2006/relationships/notesSlide" Target="/ppt/notesSlides/notesSlide2.xml" Id="R60580017ae87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e3584abd84aa6" /><Relationship Type="http://schemas.openxmlformats.org/officeDocument/2006/relationships/notesSlide" Target="/ppt/notesSlides/notesSlide3.xml" Id="R5c4e40417e514b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d76b1c7614281" /><Relationship Type="http://schemas.openxmlformats.org/officeDocument/2006/relationships/notesSlide" Target="/ppt/notesSlides/notesSlide4.xml" Id="R2be8872bf62f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c2de5553a48b8" /><Relationship Type="http://schemas.openxmlformats.org/officeDocument/2006/relationships/image" Target="/ppt/media/image2.png" Id="Rcb6f508c2ee3402d" /><Relationship Type="http://schemas.openxmlformats.org/officeDocument/2006/relationships/image" Target="/ppt/media/image3.png" Id="R85927d97c8024a2f" /><Relationship Type="http://schemas.openxmlformats.org/officeDocument/2006/relationships/image" Target="/ppt/media/image4.png" Id="Rfc32a1f876bc4218" /><Relationship Type="http://schemas.openxmlformats.org/officeDocument/2006/relationships/notesSlide" Target="/ppt/notesSlides/notesSlide5.xml" Id="R3d0138de74de4f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6165dfe3c40bd" /><Relationship Type="http://schemas.openxmlformats.org/officeDocument/2006/relationships/image" Target="/ppt/media/image5.png" Id="R10b7947237f54d2c" /><Relationship Type="http://schemas.openxmlformats.org/officeDocument/2006/relationships/image" Target="/ppt/media/image6.png" Id="R52a1164dd7b6472c" /><Relationship Type="http://schemas.openxmlformats.org/officeDocument/2006/relationships/image" Target="/ppt/media/image7.png" Id="R7a02703ed8a54919" /><Relationship Type="http://schemas.openxmlformats.org/officeDocument/2006/relationships/notesSlide" Target="/ppt/notesSlides/notesSlide6.xml" Id="R8d8eb0db1f3c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c271557ef44a0e" /><Relationship Type="http://schemas.openxmlformats.org/officeDocument/2006/relationships/notesSlide" Target="/ppt/notesSlides/notesSlide7.xml" Id="R6cd27a26e7414f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CC55-26A3-41DE-8DA3-79A1908EB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766ad4b85417e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D2EE2-C822-48FD-85BA-D3F0F3B6F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f508c2ee3402d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5CB9-A879-496F-911F-777277A6D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27d97c8024a2f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02D81-5412-4CD2-999E-9D4C0AC32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2a1f876bc4218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search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A6B9F-535A-4F16-A950-8CEAAAA35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7947237f54d2c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8CFEC-62E3-4738-ADFD-872B8AF02B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1164dd7b6472c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328B-B882-4966-AA61-96ADECB8A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2703ed8a54919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 recovery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(12)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build 12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Navigation and support verified on emulator.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2026-10-14T04:00:15.5040000Z</dcterms:created>
  <dcterms:modified xsi:type="dcterms:W3CDTF">2026-10-14T04:00:15.5050000Z</dcterms:modified>
</coreProperties>
</file>