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fb4dd55a5e4fd0" /><Relationship Type="http://schemas.openxmlformats.org/officeDocument/2006/relationships/extended-properties" Target="/docProps/app.xml" Id="R3d32185db96f4537" /><Relationship Type="http://schemas.openxmlformats.org/officeDocument/2006/relationships/officeDocument" Target="/ppt/presentation.xml" Id="Rf308e2706e3f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d11b35c1404f79"/>
  </p:sldMasterIdLst>
  <p:notesMasterIdLst>
    <p:notesMasterId xmlns:r="http://schemas.openxmlformats.org/officeDocument/2006/relationships" r:id="R655e55f1332942bf"/>
  </p:notesMasterIdLst>
  <p:sldIdLst>
    <p:sldId xmlns:r="http://schemas.openxmlformats.org/officeDocument/2006/relationships" id="256" r:id="Ra49d0b25c5ea447d"/>
    <p:sldId xmlns:r="http://schemas.openxmlformats.org/officeDocument/2006/relationships" id="257" r:id="R2458da1d6e1c4688"/>
    <p:sldId xmlns:r="http://schemas.openxmlformats.org/officeDocument/2006/relationships" id="258" r:id="R32743fdc68df4e7d"/>
    <p:sldId xmlns:r="http://schemas.openxmlformats.org/officeDocument/2006/relationships" id="259" r:id="R5412686be1c041d6"/>
    <p:sldId xmlns:r="http://schemas.openxmlformats.org/officeDocument/2006/relationships" id="260" r:id="R5ffe38606adf4d4a"/>
    <p:sldId xmlns:r="http://schemas.openxmlformats.org/officeDocument/2006/relationships" id="261" r:id="R25dfb64711eb48ce"/>
    <p:sldId xmlns:r="http://schemas.openxmlformats.org/officeDocument/2006/relationships" id="262" r:id="Rc13b384c59ba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3545d417fe4d55" /><Relationship Type="http://schemas.openxmlformats.org/officeDocument/2006/relationships/slideMaster" Target="/ppt/slideMasters/slideMaster1.xml" Id="Rcbd11b35c1404f79" /><Relationship Type="http://schemas.openxmlformats.org/officeDocument/2006/relationships/notesMaster" Target="/ppt/notesMasters/notesMaster1.xml" Id="R655e55f1332942bf" /><Relationship Type="http://schemas.openxmlformats.org/officeDocument/2006/relationships/presProps" Target="/ppt/presProps.xml" Id="Ra10034d922eb4af9" /><Relationship Type="http://schemas.openxmlformats.org/officeDocument/2006/relationships/tableStyles" Target="/ppt/tableStyles.xml" Id="Ra320e4004d17465b" /><Relationship Type="http://schemas.openxmlformats.org/officeDocument/2006/relationships/slide" Target="/ppt/slides/slide1.xml" Id="Ra49d0b25c5ea447d" /><Relationship Type="http://schemas.openxmlformats.org/officeDocument/2006/relationships/slide" Target="/ppt/slides/slide2.xml" Id="R2458da1d6e1c4688" /><Relationship Type="http://schemas.openxmlformats.org/officeDocument/2006/relationships/slide" Target="/ppt/slides/slide3.xml" Id="R32743fdc68df4e7d" /><Relationship Type="http://schemas.openxmlformats.org/officeDocument/2006/relationships/slide" Target="/ppt/slides/slide4.xml" Id="R5412686be1c041d6" /><Relationship Type="http://schemas.openxmlformats.org/officeDocument/2006/relationships/slide" Target="/ppt/slides/slide5.xml" Id="R5ffe38606adf4d4a" /><Relationship Type="http://schemas.openxmlformats.org/officeDocument/2006/relationships/slide" Target="/ppt/slides/slide6.xml" Id="R25dfb64711eb48ce" /><Relationship Type="http://schemas.openxmlformats.org/officeDocument/2006/relationships/slide" Target="/ppt/slides/slide7.xml" Id="Rc13b384c59ba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eed70cfa6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08afc67dd34919" /><Relationship Type="http://schemas.openxmlformats.org/officeDocument/2006/relationships/notesMaster" Target="/ppt/notesMasters/notesMaster1.xml" Id="Rd857f7c72ae6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d3f0432f2c4915" /><Relationship Type="http://schemas.openxmlformats.org/officeDocument/2006/relationships/notesMaster" Target="/ppt/notesMasters/notesMaster1.xml" Id="Rf852e693766e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db4a11857e4f14" /><Relationship Type="http://schemas.openxmlformats.org/officeDocument/2006/relationships/notesMaster" Target="/ppt/notesMasters/notesMaster1.xml" Id="R1af8ccdc99a74f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32d999621a4de8" /><Relationship Type="http://schemas.openxmlformats.org/officeDocument/2006/relationships/notesMaster" Target="/ppt/notesMasters/notesMaster1.xml" Id="R1e2c48d3305049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dd26e8588b4637" /><Relationship Type="http://schemas.openxmlformats.org/officeDocument/2006/relationships/notesMaster" Target="/ppt/notesMasters/notesMaster1.xml" Id="Ra6d65196323646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a8718ac6264740" /><Relationship Type="http://schemas.openxmlformats.org/officeDocument/2006/relationships/notesMaster" Target="/ppt/notesMasters/notesMaster1.xml" Id="R6187df97ba0c44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af725e21164e4d" /><Relationship Type="http://schemas.openxmlformats.org/officeDocument/2006/relationships/notesMaster" Target="/ppt/notesMasters/notesMaster1.xml" Id="Rc53c83e4ea9c43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Verification: README.md and docs/physical-verification.md. Build 5: nineteen Flutter tests, targeted physical cart/profile and emulator checkout/cart/biometric checks passed. Build 4: all five required physical Appium cases passed across two runs; full profile/photo/restart passed with owner participation. Firebase build 5 distributed to two testers, acceptance unverified. Emulator biometric image is supplementary evidence. Full Figma fidelity and remaining manual QA are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0b2f8448441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9d36f25d8a4b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4976bad9343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281f533f04a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367bcf5a54b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ddfb945b4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51894d15d14174" /><Relationship Type="http://schemas.openxmlformats.org/officeDocument/2006/relationships/slideLayout" Target="/ppt/slideLayouts/slideLayout1.xml" Id="Rfc35f6a9dffd471f" /><Relationship Type="http://schemas.openxmlformats.org/officeDocument/2006/relationships/slideLayout" Target="/ppt/slideLayouts/slideLayout2.xml" Id="Rfc8deeff05be4807" /><Relationship Type="http://schemas.openxmlformats.org/officeDocument/2006/relationships/slideLayout" Target="/ppt/slideLayouts/slideLayout3.xml" Id="Rb13202857a1d48b4" /><Relationship Type="http://schemas.openxmlformats.org/officeDocument/2006/relationships/slideLayout" Target="/ppt/slideLayouts/slideLayout4.xml" Id="R6fcab8b305044f32" /><Relationship Type="http://schemas.openxmlformats.org/officeDocument/2006/relationships/slideLayout" Target="/ppt/slideLayouts/slideLayout5.xml" Id="R3a4e74a0cc3b4ac0" /><Relationship Type="http://schemas.openxmlformats.org/officeDocument/2006/relationships/slideLayout" Target="/ppt/slideLayouts/slideLayout6.xml" Id="Rfcf05dabaa2a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35f6a9dffd471f"/>
    <p:sldLayoutId xmlns:r="http://schemas.openxmlformats.org/officeDocument/2006/relationships" id="2147483650" r:id="Rfc8deeff05be4807"/>
    <p:sldLayoutId xmlns:r="http://schemas.openxmlformats.org/officeDocument/2006/relationships" id="2147483651" r:id="Rb13202857a1d48b4"/>
    <p:sldLayoutId xmlns:r="http://schemas.openxmlformats.org/officeDocument/2006/relationships" id="2147483652" r:id="R6fcab8b305044f32"/>
    <p:sldLayoutId xmlns:r="http://schemas.openxmlformats.org/officeDocument/2006/relationships" id="2147483653" r:id="R3a4e74a0cc3b4ac0"/>
    <p:sldLayoutId xmlns:r="http://schemas.openxmlformats.org/officeDocument/2006/relationships" id="2147483654" r:id="Rfcf05dabaa2a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09e792ccd49e0" /><Relationship Type="http://schemas.openxmlformats.org/officeDocument/2006/relationships/image" Target="/ppt/media/image.png" Id="R5d92cf3b27c94dda" /><Relationship Type="http://schemas.openxmlformats.org/officeDocument/2006/relationships/notesSlide" Target="/ppt/notesSlides/notesSlide1.xml" Id="R4bed0a9b5c39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565ed5048d4031" /><Relationship Type="http://schemas.openxmlformats.org/officeDocument/2006/relationships/notesSlide" Target="/ppt/notesSlides/notesSlide2.xml" Id="R805bc94c05ab4d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ce6715db542c4" /><Relationship Type="http://schemas.openxmlformats.org/officeDocument/2006/relationships/notesSlide" Target="/ppt/notesSlides/notesSlide3.xml" Id="Re27fd1b351144d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0fa1799e643da" /><Relationship Type="http://schemas.openxmlformats.org/officeDocument/2006/relationships/notesSlide" Target="/ppt/notesSlides/notesSlide4.xml" Id="Rcbc900355c5b4b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57c20577b4ffa" /><Relationship Type="http://schemas.openxmlformats.org/officeDocument/2006/relationships/image" Target="/ppt/media/image2.png" Id="Ra7326f0cb8d84e72" /><Relationship Type="http://schemas.openxmlformats.org/officeDocument/2006/relationships/image" Target="/ppt/media/image3.png" Id="Reb3cd767cd624e63" /><Relationship Type="http://schemas.openxmlformats.org/officeDocument/2006/relationships/image" Target="/ppt/media/image4.png" Id="R4618122703814782" /><Relationship Type="http://schemas.openxmlformats.org/officeDocument/2006/relationships/notesSlide" Target="/ppt/notesSlides/notesSlide5.xml" Id="Rfcedbf6b779249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b02209726743b8" /><Relationship Type="http://schemas.openxmlformats.org/officeDocument/2006/relationships/image" Target="/ppt/media/image5.png" Id="Rd6af04e9daec46b0" /><Relationship Type="http://schemas.openxmlformats.org/officeDocument/2006/relationships/image" Target="/ppt/media/image6.png" Id="R6eede22e876748bf" /><Relationship Type="http://schemas.openxmlformats.org/officeDocument/2006/relationships/image" Target="/ppt/media/image7.png" Id="R68afeb20244b4cce" /><Relationship Type="http://schemas.openxmlformats.org/officeDocument/2006/relationships/notesSlide" Target="/ppt/notesSlides/notesSlide6.xml" Id="R0e8377da61b644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029ed529e943ca" /><Relationship Type="http://schemas.openxmlformats.org/officeDocument/2006/relationships/notesSlide" Target="/ppt/notesSlides/notesSlide7.xml" Id="Rf1c703b599a647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88AD9-DE6D-411F-8B9B-45C65C429C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2cf3b27c94dda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unit, layout, emulator and physical-device flows.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Review design coverage and collect beta acceptance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DB318-43D6-4754-9113-36B2B03927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26f0cb8d84e72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F834C-4C33-4323-A326-8E646635B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d767cd624e63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46870-C01B-4867-A4E4-1FCD917F6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8122703814782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details, cart and account access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1AE0C-F674-4A8A-AA05-23FEAF47E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f04e9daec46b0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C178E-6339-436F-9618-58CFB541E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de22e876748bf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DD941-05F3-46F7-AD4C-BA76C83B8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feb20244b4cce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Email sign-in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required physical Appium cases (build 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Firebase beta distributed to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Phone fingerprint and photo checks passed.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Remaining acceptance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and remaining manual QA.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Tester acceptance remains unverified.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2026-10-12T10:04:44.6010000Z</dcterms:created>
  <dcterms:modified xsi:type="dcterms:W3CDTF">2026-10-12T10:04:44.6010000Z</dcterms:modified>
</coreProperties>
</file>