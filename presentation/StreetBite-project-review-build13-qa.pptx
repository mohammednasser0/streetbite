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5a14a51e9644d6" /><Relationship Type="http://schemas.openxmlformats.org/officeDocument/2006/relationships/extended-properties" Target="/docProps/app.xml" Id="Rdb5d932906fe47d1" /><Relationship Type="http://schemas.openxmlformats.org/officeDocument/2006/relationships/officeDocument" Target="/ppt/presentation.xml" Id="R8f2263bcfc9243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72ffd3aebb4ca3"/>
  </p:sldMasterIdLst>
  <p:notesMasterIdLst>
    <p:notesMasterId xmlns:r="http://schemas.openxmlformats.org/officeDocument/2006/relationships" r:id="Rcd62beb7f45648fd"/>
  </p:notesMasterIdLst>
  <p:sldIdLst>
    <p:sldId xmlns:r="http://schemas.openxmlformats.org/officeDocument/2006/relationships" id="256" r:id="Ra4606cf729814997"/>
    <p:sldId xmlns:r="http://schemas.openxmlformats.org/officeDocument/2006/relationships" id="257" r:id="R4848abc62ac64e5d"/>
    <p:sldId xmlns:r="http://schemas.openxmlformats.org/officeDocument/2006/relationships" id="258" r:id="Rb285f028a9bf41ba"/>
    <p:sldId xmlns:r="http://schemas.openxmlformats.org/officeDocument/2006/relationships" id="259" r:id="R0e4a1b1f78054418"/>
    <p:sldId xmlns:r="http://schemas.openxmlformats.org/officeDocument/2006/relationships" id="260" r:id="Raff820943e4c46c1"/>
    <p:sldId xmlns:r="http://schemas.openxmlformats.org/officeDocument/2006/relationships" id="261" r:id="Rdbb6734649d04a75"/>
    <p:sldId xmlns:r="http://schemas.openxmlformats.org/officeDocument/2006/relationships" id="262" r:id="R50deda3d3ad449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7ba264619c4071" /><Relationship Type="http://schemas.openxmlformats.org/officeDocument/2006/relationships/slideMaster" Target="/ppt/slideMasters/slideMaster1.xml" Id="R8272ffd3aebb4ca3" /><Relationship Type="http://schemas.openxmlformats.org/officeDocument/2006/relationships/notesMaster" Target="/ppt/notesMasters/notesMaster1.xml" Id="Rcd62beb7f45648fd" /><Relationship Type="http://schemas.openxmlformats.org/officeDocument/2006/relationships/presProps" Target="/ppt/presProps.xml" Id="R18f2af4a7f3445d6" /><Relationship Type="http://schemas.openxmlformats.org/officeDocument/2006/relationships/tableStyles" Target="/ppt/tableStyles.xml" Id="R4a6a37816b0e40b3" /><Relationship Type="http://schemas.openxmlformats.org/officeDocument/2006/relationships/slide" Target="/ppt/slides/slide1.xml" Id="Ra4606cf729814997" /><Relationship Type="http://schemas.openxmlformats.org/officeDocument/2006/relationships/slide" Target="/ppt/slides/slide2.xml" Id="R4848abc62ac64e5d" /><Relationship Type="http://schemas.openxmlformats.org/officeDocument/2006/relationships/slide" Target="/ppt/slides/slide3.xml" Id="Rb285f028a9bf41ba" /><Relationship Type="http://schemas.openxmlformats.org/officeDocument/2006/relationships/slide" Target="/ppt/slides/slide4.xml" Id="R0e4a1b1f78054418" /><Relationship Type="http://schemas.openxmlformats.org/officeDocument/2006/relationships/slide" Target="/ppt/slides/slide5.xml" Id="Raff820943e4c46c1" /><Relationship Type="http://schemas.openxmlformats.org/officeDocument/2006/relationships/slide" Target="/ppt/slides/slide6.xml" Id="Rdbb6734649d04a75" /><Relationship Type="http://schemas.openxmlformats.org/officeDocument/2006/relationships/slide" Target="/ppt/slides/slide7.xml" Id="R50deda3d3ad449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2483c74d0747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0006245b154350" /><Relationship Type="http://schemas.openxmlformats.org/officeDocument/2006/relationships/notesMaster" Target="/ppt/notesMasters/notesMaster1.xml" Id="R099b2191469244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25325931b448a" /><Relationship Type="http://schemas.openxmlformats.org/officeDocument/2006/relationships/notesMaster" Target="/ppt/notesMasters/notesMaster1.xml" Id="R2236dcc309fa45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fa3716b4894ab6" /><Relationship Type="http://schemas.openxmlformats.org/officeDocument/2006/relationships/notesMaster" Target="/ppt/notesMasters/notesMaster1.xml" Id="R111b4f67663444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771501701f4aa2" /><Relationship Type="http://schemas.openxmlformats.org/officeDocument/2006/relationships/notesMaster" Target="/ppt/notesMasters/notesMaster1.xml" Id="R923495793dd448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4317c53b7a47bb" /><Relationship Type="http://schemas.openxmlformats.org/officeDocument/2006/relationships/notesMaster" Target="/ppt/notesMasters/notesMaster1.xml" Id="R5f15487d9e5647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ce5603d5054350" /><Relationship Type="http://schemas.openxmlformats.org/officeDocument/2006/relationships/notesMaster" Target="/ppt/notesMasters/notesMaster1.xml" Id="Rbdd48d0c931c43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6a53144a314a01" /><Relationship Type="http://schemas.openxmlformats.org/officeDocument/2006/relationships/notesMaster" Target="/ppt/notesMasters/notesMaster1.xml" Id="Rf71364638ff642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Developer name is taken from the project owner’s Git identity. No additional biography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Process is based on the assignment, saved implementation and verification records. This is a workflow, not an invented schedule.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See flutter_app/lib and README.md for the implementation. Firebase app identifiers do not replace security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Screenshots are actual emulator captures; full Figma fidelity is still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Cart prices are educational demonstration data. No real payment or restaurant dispatch is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build13 SHA256318b20bf2526d994377d4df2e9b4f43058029be8ddc361f24797b111454a95b3; Firebase release1p7qp7hs4ct48 distributed to two authorized testers on14October2026. All43Flutter tests and analyzer pass. Four final emulator cases passed2m37: BrowseRetry, categories/details quantity, shared address/grouped menu/cart and screenshot tour. Five core physical cases passed; initialProfile setup interrupted byPlayProtect and retained. Owner completed scanner and touchedfingerprint; Profile retry passed1m29 after installed APK checksum verification. Six unique physical cases across scoped runs. Gallery/photo/restart remains historicalbuild4. All physical screenshots privateZIPonly. Slides5/6 genuine signed-out emulator13captures. STREET3 saved-address prompt fixed and verifiedDone. Manual matrix:36Pass6NotRun1Blocked, automation doesnotcomplete manualcycle. Figma fidelitypartial, mapsbonusdeferred, testeracceptanceunverified. Demoorderingonly. No finalplatformsubmission. Physical exploratory QA later on14October2026:34 newly observed cases with actual phone input/visual review and scoped technical REST checks; two earlier owner-assisted cases preserve build13/build4 scopes. See physical-exploratory-qa.md. Original display/network/preferences restored. Six remaining manual cases are not certified; bonus Maps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3c350b8b943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e24aa391d44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ee53dc6b54b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74064492a49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427b0eb9c4e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5ee8ca63642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946786-E0DA-4672-BD17-F0F278D51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098DD-F05E-47F7-B216-841D8D880A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7ACE4E-4E7A-4212-A3E2-2F7D9F5C7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3E4BD0-40B5-4421-935A-61E19E92B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01A53F-D8C4-43DF-B29A-046594455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CD6E22-B925-4939-A089-828AF49962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FC749D-7B6E-4E4B-9596-B4D77E081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C1F14A-8BB4-45EC-B558-92890833C9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237F6-CE3D-4BDA-9E19-28B0242BC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FD8F8D-EA16-4EF4-81AA-E935F6A1A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2174428bb34c16" /><Relationship Type="http://schemas.openxmlformats.org/officeDocument/2006/relationships/slideLayout" Target="/ppt/slideLayouts/slideLayout1.xml" Id="R4f2d0ecf03ba4a21" /><Relationship Type="http://schemas.openxmlformats.org/officeDocument/2006/relationships/slideLayout" Target="/ppt/slideLayouts/slideLayout2.xml" Id="R7caf336a781941d6" /><Relationship Type="http://schemas.openxmlformats.org/officeDocument/2006/relationships/slideLayout" Target="/ppt/slideLayouts/slideLayout3.xml" Id="R085c4d137ca44310" /><Relationship Type="http://schemas.openxmlformats.org/officeDocument/2006/relationships/slideLayout" Target="/ppt/slideLayouts/slideLayout4.xml" Id="R2ee4e174ab6a4053" /><Relationship Type="http://schemas.openxmlformats.org/officeDocument/2006/relationships/slideLayout" Target="/ppt/slideLayouts/slideLayout5.xml" Id="R309ba219558748a1" /><Relationship Type="http://schemas.openxmlformats.org/officeDocument/2006/relationships/slideLayout" Target="/ppt/slideLayouts/slideLayout6.xml" Id="R0b38066872a243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2d0ecf03ba4a21"/>
    <p:sldLayoutId xmlns:r="http://schemas.openxmlformats.org/officeDocument/2006/relationships" id="2147483650" r:id="R7caf336a781941d6"/>
    <p:sldLayoutId xmlns:r="http://schemas.openxmlformats.org/officeDocument/2006/relationships" id="2147483651" r:id="R085c4d137ca44310"/>
    <p:sldLayoutId xmlns:r="http://schemas.openxmlformats.org/officeDocument/2006/relationships" id="2147483652" r:id="R2ee4e174ab6a4053"/>
    <p:sldLayoutId xmlns:r="http://schemas.openxmlformats.org/officeDocument/2006/relationships" id="2147483653" r:id="R309ba219558748a1"/>
    <p:sldLayoutId xmlns:r="http://schemas.openxmlformats.org/officeDocument/2006/relationships" id="2147483654" r:id="R0b38066872a243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b2c318fdd4e74" /><Relationship Type="http://schemas.openxmlformats.org/officeDocument/2006/relationships/image" Target="/ppt/media/image.png" Id="R5432f1006d6c4087" /><Relationship Type="http://schemas.openxmlformats.org/officeDocument/2006/relationships/notesSlide" Target="/ppt/notesSlides/notesSlide1.xml" Id="R77242704d9e240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6958dc287f4b55" /><Relationship Type="http://schemas.openxmlformats.org/officeDocument/2006/relationships/notesSlide" Target="/ppt/notesSlides/notesSlide2.xml" Id="Rc902626feaae45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9da8d867648ed" /><Relationship Type="http://schemas.openxmlformats.org/officeDocument/2006/relationships/notesSlide" Target="/ppt/notesSlides/notesSlide3.xml" Id="R1b53d1060a9946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4f2025e7641f6" /><Relationship Type="http://schemas.openxmlformats.org/officeDocument/2006/relationships/notesSlide" Target="/ppt/notesSlides/notesSlide4.xml" Id="Rba9557dfdd9149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15169f15841ed" /><Relationship Type="http://schemas.openxmlformats.org/officeDocument/2006/relationships/image" Target="/ppt/media/image2.png" Id="R4946ad5951904579" /><Relationship Type="http://schemas.openxmlformats.org/officeDocument/2006/relationships/image" Target="/ppt/media/image3.png" Id="Re35346cfd156465f" /><Relationship Type="http://schemas.openxmlformats.org/officeDocument/2006/relationships/image" Target="/ppt/media/image4.png" Id="Re71aa092c18c4e27" /><Relationship Type="http://schemas.openxmlformats.org/officeDocument/2006/relationships/notesSlide" Target="/ppt/notesSlides/notesSlide5.xml" Id="Recab15d544f94c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e9e4c1dbe4de3" /><Relationship Type="http://schemas.openxmlformats.org/officeDocument/2006/relationships/image" Target="/ppt/media/image5.png" Id="R163923d96a9b4d09" /><Relationship Type="http://schemas.openxmlformats.org/officeDocument/2006/relationships/image" Target="/ppt/media/image6.png" Id="R7ebfd74f1e7f4939" /><Relationship Type="http://schemas.openxmlformats.org/officeDocument/2006/relationships/image" Target="/ppt/media/image7.png" Id="R5b57a522bb1c4440" /><Relationship Type="http://schemas.openxmlformats.org/officeDocument/2006/relationships/notesSlide" Target="/ppt/notesSlides/notesSlide6.xml" Id="Rf2abb405d60f42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90c5e43e84a72" /><Relationship Type="http://schemas.openxmlformats.org/officeDocument/2006/relationships/notesSlide" Target="/ppt/notesSlides/notesSlide7.xml" Id="R2740465ddb5745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C8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8E75C-B926-42E6-9E84-CB1732B4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StreetBite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012B-799F-4D76-ACE0-E833CE4F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discovery &amp; demo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5C0C6-BF40-4E9E-A809-00C4334C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Flutter graduation project</a:t>
            </a:r>
          </a:p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Mohammed Nasser · October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9D674-BB7B-487A-A745-84B00CD7B8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2f1006d6c4087"/>
          <a:stretch xmlns:a="http://schemas.openxmlformats.org/drawingml/2006/main"/>
        </p:blipFill>
        <p:spPr>
          <a:xfrm xmlns:a="http://schemas.openxmlformats.org/drawingml/2006/main">
            <a:off x="8572500" y="666750"/>
            <a:ext cx="2314575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03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221A-2A93-4D88-B9AF-240B69A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Developer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1337-2C85-4A33-8621-F7CE534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Mohammed Nasser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B422F-1E56-45B8-AD7A-12F40BD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Flutter development, application architecture and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C5BF-9491-4915-AA72-C5F4F3AC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StreetBite brings live recipes, a reactive cart and account features</a:t>
            </a:r>
          </a:p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into one Arabic and English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3076-659D-4197-B20B-918788E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54D"/>
                </a:solidFill>
                <a:latin typeface="Arial"/>
                <a:ea typeface="Arial"/>
                <a:cs typeface="Arial"/>
              </a:rPr>
              <a:t>github.com/MohammedNasser0/streetbite</a:t>
            </a:r>
          </a:p>
        </p:txBody>
      </p:sp>
    </p:spTree>
    <p:extLst>
      <p:ext uri="{BB962C8B-B14F-4D97-AF65-F5344CB8AC3E}">
        <p14:creationId xmlns:p14="http://schemas.microsoft.com/office/powerpoint/2010/main" val="85984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E6D03-0E39-4F78-828C-2F73301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Development and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A2931-8786-44E2-8026-D27A141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428A3-CB95-4FC1-91C8-4E3A8C6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Requirements &amp;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F9FED-7E8F-4D47-B6AA-6F633161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Map the assignment to screens, integrations and acceptance evidence.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Inspect the supplied Figma frames and preserve the green delivery brand.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0D6B8-8C27-436C-A6FF-6ABAA11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E1D17-FED6-45C0-8435-FCEE517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D45A2-EFC2-4E0E-A07D-371E8CC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Build the domain contracts, repositories, BLoCs and bilingual screens.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Connect live recipes, local caching, Firebase accounts and demo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8571-6601-47F8-8ECC-EFFD12B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C024-DC9D-4A07-86A4-6CAC2ED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&amp; beta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D8B03-AC7F-4036-9B27-48BDE3C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Verify the core flows on emulator and physical Android.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Document beta delivery and distinguish optional QA evidence.</a:t>
            </a:r>
          </a:p>
        </p:txBody>
      </p:sp>
    </p:spTree>
    <p:extLst>
      <p:ext uri="{BB962C8B-B14F-4D97-AF65-F5344CB8AC3E}">
        <p14:creationId xmlns:p14="http://schemas.microsoft.com/office/powerpoint/2010/main" val="2031654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093C6-386B-47B7-99C3-370EB37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B44AE-BA14-4EE7-88AB-D79BA657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27CBC-0069-4691-9B3D-BB4E57B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Screens and reusable widgets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AuthCubit, MenuCubit, CartBloc, ThemeBloc and LocaleCubit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1A41A-97BE-499D-905D-5AD10B96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610E0-D0A3-4DB0-A025-53EE2594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Entities, repository contracts and use cases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SearchMeals, PlaceOrder, cash and demo-card payment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AF24F-C148-488A-A646-5E09FEF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59D1E-E69C-49A9-8541-52BC40B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Dio remote source, shared_preferences cache and JSON models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Firebase repositories and the Firestore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9D759-4043-4B56-9BC2-76317911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GetIt dependencies · Builder profiles · Factory sources · Singleton Firestore</a:t>
            </a:r>
          </a:p>
        </p:txBody>
      </p:sp>
    </p:spTree>
    <p:extLst>
      <p:ext uri="{BB962C8B-B14F-4D97-AF65-F5344CB8AC3E}">
        <p14:creationId xmlns:p14="http://schemas.microsoft.com/office/powerpoint/2010/main" val="608913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1A700-D82A-4BF0-AA1D-7AE572A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Live discovery in English and Arabic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E33C6-DD10-4DB4-9075-68F5789408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6ad5951904579"/>
          <a:stretch xmlns:a="http://schemas.openxmlformats.org/drawingml/2006/main"/>
        </p:blipFill>
        <p:spPr>
          <a:xfrm xmlns:a="http://schemas.openxmlformats.org/drawingml/2006/main" flipH="0" flipV="0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5F3BC-E231-469A-A55A-2D5351A7A3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346cfd156465f"/>
          <a:stretch xmlns:a="http://schemas.openxmlformats.org/drawingml/2006/main"/>
        </p:blipFill>
        <p:spPr>
          <a:xfrm xmlns:a="http://schemas.openxmlformats.org/drawingml/2006/main" flipH="0" flipV="0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E99F9-64CF-4E12-A2ED-FF90C7F73C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aa092c18c4e27"/>
          <a:stretch xmlns:a="http://schemas.openxmlformats.org/drawingml/2006/main"/>
        </p:blipFill>
        <p:spPr>
          <a:xfrm xmlns:a="http://schemas.openxmlformats.org/drawingml/2006/main" flipH="0" flipV="0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B5469-4B13-4A5C-9570-947E06F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B4C63-EB88-4F96-A3F8-8C08063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Arabic / RTL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1D443-E4A5-4D12-8369-50B4897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Dark theme</a:t>
            </a:r>
          </a:p>
        </p:txBody>
      </p:sp>
    </p:spTree>
    <p:extLst>
      <p:ext uri="{BB962C8B-B14F-4D97-AF65-F5344CB8AC3E}">
        <p14:creationId xmlns:p14="http://schemas.microsoft.com/office/powerpoint/2010/main" val="1446180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22A7-75EB-4E8F-BD0E-3E87746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Menu, cart and category browsing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C972F-7613-4391-9D7C-A846FCA34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923d96a9b4d09"/>
          <a:stretch xmlns:a="http://schemas.openxmlformats.org/drawingml/2006/main"/>
        </p:blipFill>
        <p:spPr>
          <a:xfrm xmlns:a="http://schemas.openxmlformats.org/drawingml/2006/main" flipH="0" flipV="0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DD3C8-39C4-4AB3-9978-F54F0B5BEE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fd74f1e7f4939"/>
          <a:stretch xmlns:a="http://schemas.openxmlformats.org/drawingml/2006/main"/>
        </p:blipFill>
        <p:spPr>
          <a:xfrm xmlns:a="http://schemas.openxmlformats.org/drawingml/2006/main" flipH="0" flipV="0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A94BE-35D6-400A-99E7-68DD95606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7a522bb1c4440"/>
          <a:stretch xmlns:a="http://schemas.openxmlformats.org/drawingml/2006/main"/>
        </p:blipFill>
        <p:spPr>
          <a:xfrm xmlns:a="http://schemas.openxmlformats.org/drawingml/2006/main" flipH="0" flipV="0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B3FAE-8909-4C70-B836-56D4BA49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Grouped menu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78055-7303-4FFF-A3B4-A86181A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Reactive cart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E9A5-A5F2-4693-9F55-35058FC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</p:spTree>
    <p:extLst>
      <p:ext uri="{BB962C8B-B14F-4D97-AF65-F5344CB8AC3E}">
        <p14:creationId xmlns:p14="http://schemas.microsoft.com/office/powerpoint/2010/main" val="1909340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7487-32FE-479C-8AA8-C426C4E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and release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BF3D-AAC1-4097-9DCE-CE16367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8EDE1-B73A-48BB-BF72-913ED74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unit and layout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26F8-06B9-459A-B438-B1317A6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43454-3CBE-4BF7-BC2E-06E8C93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physical Appium cases (build 13)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F0A7-BB7D-4E1E-BC7C-63CAD568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Android beta 1.0.0 (13)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F6D37-4628-4477-AA73-6BDE4CAE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Firebase build 13 shared with two testers.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Address, menu and cart verified on Android.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528AD-0B04-4FA5-B136-EBBA9AC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Scope and remaining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57AA5-CA9E-42E5-96B4-5EE016C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Figma fidelity remains partial.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Bonus map-tile diagnosis is deferred.</a:t>
            </a:r>
          </a:p>
        </p:txBody>
      </p:sp>
    </p:spTree>
    <p:extLst>
      <p:ext uri="{BB962C8B-B14F-4D97-AF65-F5344CB8AC3E}">
        <p14:creationId xmlns:p14="http://schemas.microsoft.com/office/powerpoint/2010/main" val="945134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2026-10-14T13:12:15.3650000Z</dcterms:created>
  <dcterms:modified xsi:type="dcterms:W3CDTF">2026-10-14T13:12:15.3650000Z</dcterms:modified>
</coreProperties>
</file>