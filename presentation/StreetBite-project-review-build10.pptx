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1315a18d054e39" /><Relationship Type="http://schemas.openxmlformats.org/officeDocument/2006/relationships/extended-properties" Target="/docProps/app.xml" Id="R102f2f2d49a741fb" /><Relationship Type="http://schemas.openxmlformats.org/officeDocument/2006/relationships/officeDocument" Target="/ppt/presentation.xml" Id="R4d00bed1303a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7ac2182a046a3"/>
  </p:sldMasterIdLst>
  <p:notesMasterIdLst>
    <p:notesMasterId xmlns:r="http://schemas.openxmlformats.org/officeDocument/2006/relationships" r:id="R994020c1ae2a43fe"/>
  </p:notesMasterIdLst>
  <p:sldIdLst>
    <p:sldId xmlns:r="http://schemas.openxmlformats.org/officeDocument/2006/relationships" id="256" r:id="R5f93b84a78fb48ee"/>
    <p:sldId xmlns:r="http://schemas.openxmlformats.org/officeDocument/2006/relationships" id="257" r:id="Rfd05a774ddf84d54"/>
    <p:sldId xmlns:r="http://schemas.openxmlformats.org/officeDocument/2006/relationships" id="258" r:id="Rd3184f5248c14863"/>
    <p:sldId xmlns:r="http://schemas.openxmlformats.org/officeDocument/2006/relationships" id="259" r:id="R5fbb9e6d34c14173"/>
    <p:sldId xmlns:r="http://schemas.openxmlformats.org/officeDocument/2006/relationships" id="260" r:id="R91eb23b03d2145d3"/>
    <p:sldId xmlns:r="http://schemas.openxmlformats.org/officeDocument/2006/relationships" id="261" r:id="R3f8bbed1710447c1"/>
    <p:sldId xmlns:r="http://schemas.openxmlformats.org/officeDocument/2006/relationships" id="262" r:id="R87d1e0bb219e4d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451639b59a4a77" /><Relationship Type="http://schemas.openxmlformats.org/officeDocument/2006/relationships/slideMaster" Target="/ppt/slideMasters/slideMaster1.xml" Id="Rf7c7ac2182a046a3" /><Relationship Type="http://schemas.openxmlformats.org/officeDocument/2006/relationships/notesMaster" Target="/ppt/notesMasters/notesMaster1.xml" Id="R994020c1ae2a43fe" /><Relationship Type="http://schemas.openxmlformats.org/officeDocument/2006/relationships/presProps" Target="/ppt/presProps.xml" Id="R97ae9af3734a42de" /><Relationship Type="http://schemas.openxmlformats.org/officeDocument/2006/relationships/tableStyles" Target="/ppt/tableStyles.xml" Id="R07b63a8289a2406f" /><Relationship Type="http://schemas.openxmlformats.org/officeDocument/2006/relationships/slide" Target="/ppt/slides/slide1.xml" Id="R5f93b84a78fb48ee" /><Relationship Type="http://schemas.openxmlformats.org/officeDocument/2006/relationships/slide" Target="/ppt/slides/slide2.xml" Id="Rfd05a774ddf84d54" /><Relationship Type="http://schemas.openxmlformats.org/officeDocument/2006/relationships/slide" Target="/ppt/slides/slide3.xml" Id="Rd3184f5248c14863" /><Relationship Type="http://schemas.openxmlformats.org/officeDocument/2006/relationships/slide" Target="/ppt/slides/slide4.xml" Id="R5fbb9e6d34c14173" /><Relationship Type="http://schemas.openxmlformats.org/officeDocument/2006/relationships/slide" Target="/ppt/slides/slide5.xml" Id="R91eb23b03d2145d3" /><Relationship Type="http://schemas.openxmlformats.org/officeDocument/2006/relationships/slide" Target="/ppt/slides/slide6.xml" Id="R3f8bbed1710447c1" /><Relationship Type="http://schemas.openxmlformats.org/officeDocument/2006/relationships/slide" Target="/ppt/slides/slide7.xml" Id="R87d1e0bb219e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3501f4450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07c5b189e487e" /><Relationship Type="http://schemas.openxmlformats.org/officeDocument/2006/relationships/notesMaster" Target="/ppt/notesMasters/notesMaster1.xml" Id="Reb4a8e3e7dd045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eefc6eb654b41" /><Relationship Type="http://schemas.openxmlformats.org/officeDocument/2006/relationships/notesMaster" Target="/ppt/notesMasters/notesMaster1.xml" Id="R2f84dba669ee42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95940a80ab4398" /><Relationship Type="http://schemas.openxmlformats.org/officeDocument/2006/relationships/notesMaster" Target="/ppt/notesMasters/notesMaster1.xml" Id="R4530739ad0f5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9e2355cd44776" /><Relationship Type="http://schemas.openxmlformats.org/officeDocument/2006/relationships/notesMaster" Target="/ppt/notesMasters/notesMaster1.xml" Id="Rdfcd9da0f923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acbcee5bf741f0" /><Relationship Type="http://schemas.openxmlformats.org/officeDocument/2006/relationships/notesMaster" Target="/ppt/notesMasters/notesMaster1.xml" Id="Rf1c34a13124e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823f158e414987" /><Relationship Type="http://schemas.openxmlformats.org/officeDocument/2006/relationships/notesMaster" Target="/ppt/notesMasters/notesMaster1.xml" Id="R9148d23afc0146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37afffba74d17" /><Relationship Type="http://schemas.openxmlformats.org/officeDocument/2006/relationships/notesMaster" Target="/ppt/notesMasters/notesMaster1.xml" Id="Rcd087d9e468949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10 final APK SHA256: 549280bd7c069657573bc40c3609c31d647246432198a5cb04f2fb1a0949bb5b. Firebase release 10m6d1qnfpap0 uploaded and distributed to the same two authorized testers on 14 October 2026. All 29 Flutter tests passed before a localized demo-notice wording correction; both affected compact EN/AR Checkout tests passed again after that correction. Final analyzer clean. Final native CheckoutTest cash order/history/restart and EvidenceTest screen tour passed in 2m 48s. The physical five-case core suite remains historical build 9; full physical profile/photo/restart evidence remains build 4. Slide 6 details and cart are genuine build 9 screenshots; Checkout is a signed-out final build 10 screenshot. Tester installation/acceptance unverified. Figma composition improved for Checkout node 10:338; full fidelity remains partial. Delivery-time choices and promotion row absent. Bonus map-tile diagnosis deferred. Manual QA remains open. Payments are simulated; no actual restaurant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777f4c6574c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b675aab4748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c66adf00c44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5f40ff1c94b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ad385281f41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424af6a11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c5d328f3e743f0" /><Relationship Type="http://schemas.openxmlformats.org/officeDocument/2006/relationships/slideLayout" Target="/ppt/slideLayouts/slideLayout1.xml" Id="R99923a84e5cb44cd" /><Relationship Type="http://schemas.openxmlformats.org/officeDocument/2006/relationships/slideLayout" Target="/ppt/slideLayouts/slideLayout2.xml" Id="R937bed5d8f124a26" /><Relationship Type="http://schemas.openxmlformats.org/officeDocument/2006/relationships/slideLayout" Target="/ppt/slideLayouts/slideLayout3.xml" Id="Rca28c033e5e248e2" /><Relationship Type="http://schemas.openxmlformats.org/officeDocument/2006/relationships/slideLayout" Target="/ppt/slideLayouts/slideLayout4.xml" Id="Rec3ad65a5b1d48bc" /><Relationship Type="http://schemas.openxmlformats.org/officeDocument/2006/relationships/slideLayout" Target="/ppt/slideLayouts/slideLayout5.xml" Id="Rd1ae6a663dd14604" /><Relationship Type="http://schemas.openxmlformats.org/officeDocument/2006/relationships/slideLayout" Target="/ppt/slideLayouts/slideLayout6.xml" Id="Raef9cc96e1c844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23a84e5cb44cd"/>
    <p:sldLayoutId xmlns:r="http://schemas.openxmlformats.org/officeDocument/2006/relationships" id="2147483650" r:id="R937bed5d8f124a26"/>
    <p:sldLayoutId xmlns:r="http://schemas.openxmlformats.org/officeDocument/2006/relationships" id="2147483651" r:id="Rca28c033e5e248e2"/>
    <p:sldLayoutId xmlns:r="http://schemas.openxmlformats.org/officeDocument/2006/relationships" id="2147483652" r:id="Rec3ad65a5b1d48bc"/>
    <p:sldLayoutId xmlns:r="http://schemas.openxmlformats.org/officeDocument/2006/relationships" id="2147483653" r:id="Rd1ae6a663dd14604"/>
    <p:sldLayoutId xmlns:r="http://schemas.openxmlformats.org/officeDocument/2006/relationships" id="2147483654" r:id="Raef9cc96e1c844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bbc35badc4f70" /><Relationship Type="http://schemas.openxmlformats.org/officeDocument/2006/relationships/image" Target="/ppt/media/image.png" Id="R5a87a28e49314c44" /><Relationship Type="http://schemas.openxmlformats.org/officeDocument/2006/relationships/notesSlide" Target="/ppt/notesSlides/notesSlide1.xml" Id="R90e88f8346b0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9e26d02354d99" /><Relationship Type="http://schemas.openxmlformats.org/officeDocument/2006/relationships/notesSlide" Target="/ppt/notesSlides/notesSlide2.xml" Id="Rf25b3ba595204d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d027551294db3" /><Relationship Type="http://schemas.openxmlformats.org/officeDocument/2006/relationships/notesSlide" Target="/ppt/notesSlides/notesSlide3.xml" Id="R7f738a839da843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74e618de7491d" /><Relationship Type="http://schemas.openxmlformats.org/officeDocument/2006/relationships/notesSlide" Target="/ppt/notesSlides/notesSlide4.xml" Id="R9507f24a4c7c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85421f13f4eab" /><Relationship Type="http://schemas.openxmlformats.org/officeDocument/2006/relationships/image" Target="/ppt/media/image2.png" Id="R68dd631ba5cb42ea" /><Relationship Type="http://schemas.openxmlformats.org/officeDocument/2006/relationships/image" Target="/ppt/media/image3.png" Id="Ra039ee6f5d9444e8" /><Relationship Type="http://schemas.openxmlformats.org/officeDocument/2006/relationships/image" Target="/ppt/media/image4.png" Id="Rd5aa1c7469dc4e51" /><Relationship Type="http://schemas.openxmlformats.org/officeDocument/2006/relationships/notesSlide" Target="/ppt/notesSlides/notesSlide5.xml" Id="R15e556a84bc4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30beb4337473b" /><Relationship Type="http://schemas.openxmlformats.org/officeDocument/2006/relationships/image" Target="/ppt/media/image5.png" Id="R6f17c23c27c9403b" /><Relationship Type="http://schemas.openxmlformats.org/officeDocument/2006/relationships/image" Target="/ppt/media/image6.png" Id="R390c9d924c074070" /><Relationship Type="http://schemas.openxmlformats.org/officeDocument/2006/relationships/image" Target="/ppt/media/image7.png" Id="Rc54009cd05934f41" /><Relationship Type="http://schemas.openxmlformats.org/officeDocument/2006/relationships/notesSlide" Target="/ppt/notesSlides/notesSlide6.xml" Id="Rba522a8fc9cd4c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78f2d71e54d5a" /><Relationship Type="http://schemas.openxmlformats.org/officeDocument/2006/relationships/notesSlide" Target="/ppt/notesSlides/notesSlide7.xml" Id="Rb22ddeb4794846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636F6-52A9-40C2-B04C-309792F88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7a28e49314c44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BF897-4296-4442-A2AB-FCEAA761E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d631ba5cb42ea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1DC4C-B563-4C0E-8366-8B41687D6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9ee6f5d9444e8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87A34-3A3E-4B44-906E-DFFF1ECF1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a1c7469dc4e51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checkout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9CB53-EC60-4D33-B2DC-99462AD7B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7c23c27c9403b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24E36-1EE2-4475-8198-C539AB83E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c9d924c074070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1CA3-088C-4013-9F72-74304126E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009cd05934f41"/>
          <a:stretch xmlns:a="http://schemas.openxmlformats.org/drawingml/2006/main"/>
        </p:blipFill>
        <p:spPr>
          <a:xfrm xmlns:a="http://schemas.openxmlformats.org/drawingml/2006/main" flipH="0" flipV="0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(10)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build 10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Checkout verified on emulator.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2026-10-13T21:44:56.8390000Z</dcterms:created>
  <dcterms:modified xsi:type="dcterms:W3CDTF">2026-10-13T21:44:56.8390000Z</dcterms:modified>
</coreProperties>
</file>