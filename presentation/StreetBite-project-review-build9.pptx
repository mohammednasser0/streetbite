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33bcf69d5441dd" /><Relationship Type="http://schemas.openxmlformats.org/officeDocument/2006/relationships/extended-properties" Target="/docProps/app.xml" Id="R640806c49bfa4536" /><Relationship Type="http://schemas.openxmlformats.org/officeDocument/2006/relationships/officeDocument" Target="/ppt/presentation.xml" Id="Rc7fea6fcbcae48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682282eef488b"/>
  </p:sldMasterIdLst>
  <p:notesMasterIdLst>
    <p:notesMasterId xmlns:r="http://schemas.openxmlformats.org/officeDocument/2006/relationships" r:id="R85d0c795c6144810"/>
  </p:notesMasterIdLst>
  <p:sldIdLst>
    <p:sldId xmlns:r="http://schemas.openxmlformats.org/officeDocument/2006/relationships" id="256" r:id="Rd88fbdf822374362"/>
    <p:sldId xmlns:r="http://schemas.openxmlformats.org/officeDocument/2006/relationships" id="257" r:id="R26c5de4fb063464f"/>
    <p:sldId xmlns:r="http://schemas.openxmlformats.org/officeDocument/2006/relationships" id="258" r:id="Rc369313825674e77"/>
    <p:sldId xmlns:r="http://schemas.openxmlformats.org/officeDocument/2006/relationships" id="259" r:id="Rbf1f583cabc14e6b"/>
    <p:sldId xmlns:r="http://schemas.openxmlformats.org/officeDocument/2006/relationships" id="260" r:id="R5b082173a94d4e70"/>
    <p:sldId xmlns:r="http://schemas.openxmlformats.org/officeDocument/2006/relationships" id="261" r:id="R8e11c18b75604c3b"/>
    <p:sldId xmlns:r="http://schemas.openxmlformats.org/officeDocument/2006/relationships" id="262" r:id="Rf9e5bc27c85c43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aa22b7e2514087" /><Relationship Type="http://schemas.openxmlformats.org/officeDocument/2006/relationships/slideMaster" Target="/ppt/slideMasters/slideMaster1.xml" Id="Rf55682282eef488b" /><Relationship Type="http://schemas.openxmlformats.org/officeDocument/2006/relationships/notesMaster" Target="/ppt/notesMasters/notesMaster1.xml" Id="R85d0c795c6144810" /><Relationship Type="http://schemas.openxmlformats.org/officeDocument/2006/relationships/presProps" Target="/ppt/presProps.xml" Id="R711670d534804202" /><Relationship Type="http://schemas.openxmlformats.org/officeDocument/2006/relationships/tableStyles" Target="/ppt/tableStyles.xml" Id="R7d74421aac824c8a" /><Relationship Type="http://schemas.openxmlformats.org/officeDocument/2006/relationships/slide" Target="/ppt/slides/slide1.xml" Id="Rd88fbdf822374362" /><Relationship Type="http://schemas.openxmlformats.org/officeDocument/2006/relationships/slide" Target="/ppt/slides/slide2.xml" Id="R26c5de4fb063464f" /><Relationship Type="http://schemas.openxmlformats.org/officeDocument/2006/relationships/slide" Target="/ppt/slides/slide3.xml" Id="Rc369313825674e77" /><Relationship Type="http://schemas.openxmlformats.org/officeDocument/2006/relationships/slide" Target="/ppt/slides/slide4.xml" Id="Rbf1f583cabc14e6b" /><Relationship Type="http://schemas.openxmlformats.org/officeDocument/2006/relationships/slide" Target="/ppt/slides/slide5.xml" Id="R5b082173a94d4e70" /><Relationship Type="http://schemas.openxmlformats.org/officeDocument/2006/relationships/slide" Target="/ppt/slides/slide6.xml" Id="R8e11c18b75604c3b" /><Relationship Type="http://schemas.openxmlformats.org/officeDocument/2006/relationships/slide" Target="/ppt/slides/slide7.xml" Id="Rf9e5bc27c85c43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b9889e401f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0ad53097264196" /><Relationship Type="http://schemas.openxmlformats.org/officeDocument/2006/relationships/notesMaster" Target="/ppt/notesMasters/notesMaster1.xml" Id="R65081f87bd8340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8f99b1cf074e1c" /><Relationship Type="http://schemas.openxmlformats.org/officeDocument/2006/relationships/notesMaster" Target="/ppt/notesMasters/notesMaster1.xml" Id="Re6f5b535076a4e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eeeb779a04223" /><Relationship Type="http://schemas.openxmlformats.org/officeDocument/2006/relationships/notesMaster" Target="/ppt/notesMasters/notesMaster1.xml" Id="R8b5db97f8ee14b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4299d33abb4c5c" /><Relationship Type="http://schemas.openxmlformats.org/officeDocument/2006/relationships/notesMaster" Target="/ppt/notesMasters/notesMaster1.xml" Id="Re6b39c7ede3f45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c32048417d490e" /><Relationship Type="http://schemas.openxmlformats.org/officeDocument/2006/relationships/notesMaster" Target="/ppt/notesMasters/notesMaster1.xml" Id="R0cb3fb251b4f42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58b313178f4200" /><Relationship Type="http://schemas.openxmlformats.org/officeDocument/2006/relationships/notesMaster" Target="/ppt/notesMasters/notesMaster1.xml" Id="R27abc4225cd149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239141f5814bbc" /><Relationship Type="http://schemas.openxmlformats.org/officeDocument/2006/relationships/notesMaster" Target="/ppt/notesMasters/notesMaster1.xml" Id="R26516ea8a5334f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Developer name is taken from the project owner’s Git identity. No additional biography is asserted.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Process is based on the assignment, saved implementation and verification records. This is a workflow, not an invented schedule.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See flutter_app/lib and README.md for the implementation. Firebase app identifiers do not replace security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Screenshots are actual emulator captures; full Figma fidelity is still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and screenshots: https://github.com/MohammedNasser0/streetbite. Captured from the Android emulator on 12 October 2026. Figma reference: https://www.figma.com/community/file/1352761962360670057/food-delivery-mobile-app-ui-kit by Vlad Solomakha, CC BY 4.0. Recipe data: https://www.themealdb.com/api.php. Prices, vendors and payment results are demonstration data. Cart prices are educational demonstration data. No real payment or restaurant dispatch is performed.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9: 27 Flutter tests passed; eight unique core emulator cases passed across the main run and a targeted favourites locator retry. Five physical cases passed across the main run and two retries after APK-install setup timeouts. Separate screenshot tour passed. Full physical profile/photo/restart verification is historical build 4. Current build 9 APK is prepared locally; Firebase renewal failed and upload remains pending. Build 5 is the currently distributed beta. Figma fidelity is partial, map-tile diagnosis is deferred as bonus, and manual QA remains open. Payments are simulated; no real restaurant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6e9b78bd04b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476e829df4d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0f723052a46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99d5da692d43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90854041241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42557222c43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946786-E0DA-4672-BD17-F0F278D51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54098DD-F05E-47F7-B216-841D8D880A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7ACE4E-4E7A-4212-A3E2-2F7D9F5C73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3E4BD0-40B5-4421-935A-61E19E92BD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D01A53F-D8C4-43DF-B29A-0465944555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CD6E22-B925-4939-A089-828AF4996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FC749D-7B6E-4E4B-9596-B4D77E0815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C1F14A-8BB4-45EC-B558-92890833C9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1237F6-CE3D-4BDA-9E19-28B0242BC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FD8F8D-EA16-4EF4-81AA-E935F6A1A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287e1b0d2044a3" /><Relationship Type="http://schemas.openxmlformats.org/officeDocument/2006/relationships/slideLayout" Target="/ppt/slideLayouts/slideLayout1.xml" Id="R105a8613f7cd486b" /><Relationship Type="http://schemas.openxmlformats.org/officeDocument/2006/relationships/slideLayout" Target="/ppt/slideLayouts/slideLayout2.xml" Id="R504f4201a1104e48" /><Relationship Type="http://schemas.openxmlformats.org/officeDocument/2006/relationships/slideLayout" Target="/ppt/slideLayouts/slideLayout3.xml" Id="Rb170f3e460fc464f" /><Relationship Type="http://schemas.openxmlformats.org/officeDocument/2006/relationships/slideLayout" Target="/ppt/slideLayouts/slideLayout4.xml" Id="R10e1d10a63cb495a" /><Relationship Type="http://schemas.openxmlformats.org/officeDocument/2006/relationships/slideLayout" Target="/ppt/slideLayouts/slideLayout5.xml" Id="R79f7624400474ea7" /><Relationship Type="http://schemas.openxmlformats.org/officeDocument/2006/relationships/slideLayout" Target="/ppt/slideLayouts/slideLayout6.xml" Id="R6b861158a26944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5a8613f7cd486b"/>
    <p:sldLayoutId xmlns:r="http://schemas.openxmlformats.org/officeDocument/2006/relationships" id="2147483650" r:id="R504f4201a1104e48"/>
    <p:sldLayoutId xmlns:r="http://schemas.openxmlformats.org/officeDocument/2006/relationships" id="2147483651" r:id="Rb170f3e460fc464f"/>
    <p:sldLayoutId xmlns:r="http://schemas.openxmlformats.org/officeDocument/2006/relationships" id="2147483652" r:id="R10e1d10a63cb495a"/>
    <p:sldLayoutId xmlns:r="http://schemas.openxmlformats.org/officeDocument/2006/relationships" id="2147483653" r:id="R79f7624400474ea7"/>
    <p:sldLayoutId xmlns:r="http://schemas.openxmlformats.org/officeDocument/2006/relationships" id="2147483654" r:id="R6b861158a26944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403ba0a5e49f1" /><Relationship Type="http://schemas.openxmlformats.org/officeDocument/2006/relationships/image" Target="/ppt/media/image.png" Id="R879baa00a29a475c" /><Relationship Type="http://schemas.openxmlformats.org/officeDocument/2006/relationships/notesSlide" Target="/ppt/notesSlides/notesSlide1.xml" Id="Rc3cae8b3db9d4a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f34e963544357" /><Relationship Type="http://schemas.openxmlformats.org/officeDocument/2006/relationships/notesSlide" Target="/ppt/notesSlides/notesSlide2.xml" Id="R2bf05d87babc40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61852bb674716" /><Relationship Type="http://schemas.openxmlformats.org/officeDocument/2006/relationships/notesSlide" Target="/ppt/notesSlides/notesSlide3.xml" Id="Rf2d13d15f69f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bf21a59549499f" /><Relationship Type="http://schemas.openxmlformats.org/officeDocument/2006/relationships/notesSlide" Target="/ppt/notesSlides/notesSlide4.xml" Id="R63b51555534440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366331f57445fb" /><Relationship Type="http://schemas.openxmlformats.org/officeDocument/2006/relationships/image" Target="/ppt/media/image2.png" Id="Rccb0e2ead129488e" /><Relationship Type="http://schemas.openxmlformats.org/officeDocument/2006/relationships/image" Target="/ppt/media/image3.png" Id="R6de403269e60424b" /><Relationship Type="http://schemas.openxmlformats.org/officeDocument/2006/relationships/image" Target="/ppt/media/image4.png" Id="R2939d724b91e4606" /><Relationship Type="http://schemas.openxmlformats.org/officeDocument/2006/relationships/notesSlide" Target="/ppt/notesSlides/notesSlide5.xml" Id="Rebd78db5970b47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df3ffe0f6d4851" /><Relationship Type="http://schemas.openxmlformats.org/officeDocument/2006/relationships/image" Target="/ppt/media/image5.png" Id="R1f23602979bc4a7e" /><Relationship Type="http://schemas.openxmlformats.org/officeDocument/2006/relationships/image" Target="/ppt/media/image6.png" Id="R5dba288a98fd4e41" /><Relationship Type="http://schemas.openxmlformats.org/officeDocument/2006/relationships/image" Target="/ppt/media/image7.png" Id="R7298a022fdc24e7c" /><Relationship Type="http://schemas.openxmlformats.org/officeDocument/2006/relationships/notesSlide" Target="/ppt/notesSlides/notesSlide6.xml" Id="Rd8a954584c7a4b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ce1a1d6a84a1b" /><Relationship Type="http://schemas.openxmlformats.org/officeDocument/2006/relationships/notesSlide" Target="/ppt/notesSlides/notesSlide7.xml" Id="R04c9e4fa1a93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C87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8E75C-B926-42E6-9E84-CB1732B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695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StreetBite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DC012B-799F-4D76-ACE0-E833CE4F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76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Food discovery &amp; demo ordering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5C0C6-BF40-4E9E-A809-00C4334C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Flutter graduation project</a:t>
            </a:r>
          </a:p>
          <a:p xmlns:a="http://schemas.openxmlformats.org/drawingml/2006/main">
            <a:pPr>
              <a:buNone/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Mohammed Nasser · October 2026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C2E62-3481-4A2C-A874-2F64C1AB4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baa00a29a475c"/>
          <a:stretch xmlns:a="http://schemas.openxmlformats.org/drawingml/2006/main"/>
        </p:blipFill>
        <p:spPr>
          <a:xfrm xmlns:a="http://schemas.openxmlformats.org/drawingml/2006/main">
            <a:off x="8572500" y="666750"/>
            <a:ext cx="2314575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037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A221A-2A93-4D88-B9AF-240B69AB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Developer 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E1337-2C85-4A33-8621-F7CE534C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Mohammed Nasser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B422F-1E56-45B8-AD7A-12F40BDE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Flutter development, application architecture and QA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C5BF-9491-4915-AA72-C5F4F3AC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47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StreetBite brings live recipes, a reactive cart and account features</a:t>
            </a:r>
          </a:p>
          <a:p xmlns:a="http://schemas.openxmlformats.org/drawingml/2006/main">
            <a:pPr>
              <a:buNone/>
              <a:defRPr sz="225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into one Arabic and English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53076-659D-4197-B20B-918788E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854D"/>
                </a:solidFill>
                <a:latin typeface="Arial"/>
                <a:ea typeface="Arial"/>
                <a:cs typeface="Arial"/>
              </a:rPr>
              <a:t>github.com/MohammedNasser0/streetbite</a:t>
            </a:r>
          </a:p>
        </p:txBody>
      </p:sp>
    </p:spTree>
    <p:extLst>
      <p:ext uri="{BB962C8B-B14F-4D97-AF65-F5344CB8AC3E}">
        <p14:creationId xmlns:p14="http://schemas.microsoft.com/office/powerpoint/2010/main" val="85984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E6D03-0E39-4F78-828C-2F73301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Development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A2931-8786-44E2-8026-D27A141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428A3-CB95-4FC1-91C8-4E3A8C62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763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Requirements &amp;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F9FED-7E8F-4D47-B6AA-6F633161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383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Map the assignment to screens, integrations and acceptance evidence.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Inspect the supplied Figma frames and preserve the green delivery brand.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0D6B8-8C27-436C-A6FF-6ABAA11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1D17-FED6-45C0-8435-FCEE5178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956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implementation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D45A2-EFC2-4E0E-A07D-371E8CC9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5760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the domain contracts, repositories, BLoCs and bilingual screens.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Connect live recipes, local caching, Firebase accounts and demo orders.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98571-6601-47F8-8ECC-EFFD12B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0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4C024-DC9D-4A07-86A4-6CAC2ED6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1487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&amp; beta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4D8B03-AC7F-4036-9B27-48BDE3C4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Verify the core flows on emulator and physical Android.</a:t>
            </a:r>
          </a:p>
          <a:p xmlns:a="http://schemas.openxmlformats.org/drawingml/2006/main">
            <a:pPr>
              <a:buNone/>
              <a:defRPr sz="187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Document beta delivery and distinguish optional QA evidence.</a:t>
            </a:r>
          </a:p>
        </p:txBody>
      </p:sp>
    </p:spTree>
    <p:extLst>
      <p:ext uri="{BB962C8B-B14F-4D97-AF65-F5344CB8AC3E}">
        <p14:creationId xmlns:p14="http://schemas.microsoft.com/office/powerpoint/2010/main" val="20316540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093C6-386B-47B7-99C3-370EB37F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B44AE-BA14-4EE7-88AB-D79BA657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027CBC-0069-4691-9B3D-BB4E57B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1925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Screens and reusable widgets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AuthCubit, MenuCubit, CartBloc, ThemeBloc and LocaleCubit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1A41A-97BE-499D-905D-5AD10B96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610E0-D0A3-4DB0-A025-53EE2594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00375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Entities, repository contracts and use cases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SearchMeals, PlaceOrder, cash and demo-card payment strategies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AF24F-C148-488A-A646-5E09FEF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42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059D1E-E69C-49A9-8541-52BC40B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815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Dio remote source, shared_preferences cache and JSON models</a:t>
            </a:r>
          </a:p>
          <a:p xmlns:a="http://schemas.openxmlformats.org/drawingml/2006/main">
            <a:pPr>
              <a:buNone/>
              <a:defRPr sz="2025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Firebase repositories and the Firestore 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D759-4043-4B56-9BC2-76317911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GetIt dependencies · Builder profiles · Factory sources · Singleton Firestore</a:t>
            </a:r>
          </a:p>
        </p:txBody>
      </p:sp>
    </p:spTree>
    <p:extLst>
      <p:ext uri="{BB962C8B-B14F-4D97-AF65-F5344CB8AC3E}">
        <p14:creationId xmlns:p14="http://schemas.microsoft.com/office/powerpoint/2010/main" val="608913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1A700-D82A-4BF0-AA1D-7AE572AD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Live discovery in English and Arabic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416FF-DCEE-4281-8E44-727F41227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0e2ead129488e"/>
          <a:stretch xmlns:a="http://schemas.openxmlformats.org/drawingml/2006/main"/>
        </p:blipFill>
        <p:spPr>
          <a:xfrm xmlns:a="http://schemas.openxmlformats.org/drawingml/2006/main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62E2D-3A65-4AA7-A154-6AD8DF5A3E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403269e60424b"/>
          <a:stretch xmlns:a="http://schemas.openxmlformats.org/drawingml/2006/main"/>
        </p:blipFill>
        <p:spPr>
          <a:xfrm xmlns:a="http://schemas.openxmlformats.org/drawingml/2006/main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5CAC7-E4C2-4F77-9877-3BAAD8866E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9d724b91e4606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5469-4B13-4A5C-9570-947E06F4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English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B4C63-EB88-4F96-A3F8-8C08063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Arabic / RTL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1D443-E4A5-4D12-8369-50B4897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Dark theme</a:t>
            </a:r>
          </a:p>
        </p:txBody>
      </p:sp>
    </p:spTree>
    <p:extLst>
      <p:ext uri="{BB962C8B-B14F-4D97-AF65-F5344CB8AC3E}">
        <p14:creationId xmlns:p14="http://schemas.microsoft.com/office/powerpoint/2010/main" val="14461806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122A7-75EB-4E8F-BD0E-3E87746A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details, cart and account access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C842D-A6D1-44C2-ACF0-34E58085B1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3602979bc4a7e"/>
          <a:stretch xmlns:a="http://schemas.openxmlformats.org/drawingml/2006/main"/>
        </p:blipFill>
        <p:spPr>
          <a:xfrm xmlns:a="http://schemas.openxmlformats.org/drawingml/2006/main" flipH="0" flipV="0">
            <a:off x="809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33FAD-A837-4C0F-B640-D1F6B5F569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a288a98fd4e41"/>
          <a:stretch xmlns:a="http://schemas.openxmlformats.org/drawingml/2006/main"/>
        </p:blipFill>
        <p:spPr>
          <a:xfrm xmlns:a="http://schemas.openxmlformats.org/drawingml/2006/main" flipH="0" flipV="0">
            <a:off x="5000863" y="1304925"/>
            <a:ext cx="2190274" cy="486727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BF39F4-B961-42B5-B534-3DC8843CE7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8a022fdc24e7c"/>
          <a:stretch xmlns:a="http://schemas.openxmlformats.org/drawingml/2006/main"/>
        </p:blipFill>
        <p:spPr>
          <a:xfrm xmlns:a="http://schemas.openxmlformats.org/drawingml/2006/main">
            <a:off x="9191863" y="1304925"/>
            <a:ext cx="2190274" cy="48672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B3FAE-8909-4C70-B836-56D4BA49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Meal details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8055-7303-4FFF-A3B4-A86181A4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28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Reactive cart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EE9A5-A5F2-4693-9F55-35058FC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Email sign-in</a:t>
            </a:r>
          </a:p>
        </p:txBody>
      </p:sp>
    </p:spTree>
    <p:extLst>
      <p:ext uri="{BB962C8B-B14F-4D97-AF65-F5344CB8AC3E}">
        <p14:creationId xmlns:p14="http://schemas.microsoft.com/office/powerpoint/2010/main" val="19093404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77487-32FE-479C-8AA8-C426C4E0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Verification and release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9BF3D-AAC1-4097-9DCE-CE163678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8EDE1-B73A-48BB-BF72-913ED746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unit and layout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826F8-06B9-459A-B438-B1317A64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6300" b="1">
                <a:solidFill>
                  <a:srgbClr val="00854D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85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43454-3CBE-4BF7-BC2E-06E8C936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C1B1F"/>
                </a:solidFill>
                <a:latin typeface="Arial"/>
                <a:ea typeface="Arial"/>
                <a:cs typeface="Arial"/>
              </a:rPr>
              <a:t>physical Appium cases (build 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7F0A7-BB7D-4E1E-BC7C-63CAD56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40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Android beta 1.0.0 (9)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F6D37-4628-4477-AA73-6BDE4CAE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5 beta shared with two testers.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Build 9 upload awaits Firebase renewal.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528AD-0B04-4FA5-B136-EBBA9ACB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1C1B1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C1B1F"/>
                </a:solidFill>
                <a:latin typeface="Arial"/>
                <a:ea typeface="Arial"/>
                <a:cs typeface="Arial"/>
              </a:rPr>
              <a:t>Scope and remaining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57AA5-CA9E-42E5-96B4-5EE016C9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Figma fidelity remains partial.</a:t>
            </a:r>
          </a:p>
          <a:p xmlns:a="http://schemas.openxmlformats.org/drawingml/2006/main">
            <a:pPr>
              <a:buNone/>
              <a:defRPr sz="1950" b="0">
                <a:solidFill>
                  <a:srgbClr val="5E626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6268"/>
                </a:solidFill>
                <a:latin typeface="Arial"/>
                <a:ea typeface="Arial"/>
                <a:cs typeface="Arial"/>
              </a:rPr>
              <a:t>Bonus map-tile diagnosis is deferred.</a:t>
            </a:r>
          </a:p>
        </p:txBody>
      </p:sp>
    </p:spTree>
    <p:extLst>
      <p:ext uri="{BB962C8B-B14F-4D97-AF65-F5344CB8AC3E}">
        <p14:creationId xmlns:p14="http://schemas.microsoft.com/office/powerpoint/2010/main" val="945134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2026-10-13T20:53:20.3540000Z</dcterms:created>
  <dcterms:modified xsi:type="dcterms:W3CDTF">2026-10-13T20:53:20.3540000Z</dcterms:modified>
</coreProperties>
</file>