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c4fb863b324954" /><Relationship Type="http://schemas.openxmlformats.org/officeDocument/2006/relationships/extended-properties" Target="/docProps/app.xml" Id="Rf26719ac44fc4298" /><Relationship Type="http://schemas.openxmlformats.org/officeDocument/2006/relationships/officeDocument" Target="/ppt/presentation.xml" Id="Rbb62ebfb180e4f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0e1c5c17f74bae"/>
  </p:sldMasterIdLst>
  <p:notesMasterIdLst>
    <p:notesMasterId xmlns:r="http://schemas.openxmlformats.org/officeDocument/2006/relationships" r:id="R269e1a19911f473b"/>
  </p:notesMasterIdLst>
  <p:sldIdLst>
    <p:sldId xmlns:r="http://schemas.openxmlformats.org/officeDocument/2006/relationships" id="256" r:id="Rd37adb2fb95c457e"/>
    <p:sldId xmlns:r="http://schemas.openxmlformats.org/officeDocument/2006/relationships" id="257" r:id="R8e9c85bc4de341d8"/>
    <p:sldId xmlns:r="http://schemas.openxmlformats.org/officeDocument/2006/relationships" id="258" r:id="R151cf11e3dd94822"/>
    <p:sldId xmlns:r="http://schemas.openxmlformats.org/officeDocument/2006/relationships" id="259" r:id="R1d0894ad638142d9"/>
    <p:sldId xmlns:r="http://schemas.openxmlformats.org/officeDocument/2006/relationships" id="260" r:id="R00319c35437f4014"/>
    <p:sldId xmlns:r="http://schemas.openxmlformats.org/officeDocument/2006/relationships" id="261" r:id="R9d744b8bd6cd427b"/>
    <p:sldId xmlns:r="http://schemas.openxmlformats.org/officeDocument/2006/relationships" id="262" r:id="R7b7af00460734a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be91ccebfc4f78" /><Relationship Type="http://schemas.openxmlformats.org/officeDocument/2006/relationships/slideMaster" Target="/ppt/slideMasters/slideMaster1.xml" Id="Rc10e1c5c17f74bae" /><Relationship Type="http://schemas.openxmlformats.org/officeDocument/2006/relationships/notesMaster" Target="/ppt/notesMasters/notesMaster1.xml" Id="R269e1a19911f473b" /><Relationship Type="http://schemas.openxmlformats.org/officeDocument/2006/relationships/presProps" Target="/ppt/presProps.xml" Id="R08e5b3b73626412e" /><Relationship Type="http://schemas.openxmlformats.org/officeDocument/2006/relationships/tableStyles" Target="/ppt/tableStyles.xml" Id="Rd262e447b4d14d1f" /><Relationship Type="http://schemas.openxmlformats.org/officeDocument/2006/relationships/slide" Target="/ppt/slides/slide1.xml" Id="Rd37adb2fb95c457e" /><Relationship Type="http://schemas.openxmlformats.org/officeDocument/2006/relationships/slide" Target="/ppt/slides/slide2.xml" Id="R8e9c85bc4de341d8" /><Relationship Type="http://schemas.openxmlformats.org/officeDocument/2006/relationships/slide" Target="/ppt/slides/slide3.xml" Id="R151cf11e3dd94822" /><Relationship Type="http://schemas.openxmlformats.org/officeDocument/2006/relationships/slide" Target="/ppt/slides/slide4.xml" Id="R1d0894ad638142d9" /><Relationship Type="http://schemas.openxmlformats.org/officeDocument/2006/relationships/slide" Target="/ppt/slides/slide5.xml" Id="R00319c35437f4014" /><Relationship Type="http://schemas.openxmlformats.org/officeDocument/2006/relationships/slide" Target="/ppt/slides/slide6.xml" Id="R9d744b8bd6cd427b" /><Relationship Type="http://schemas.openxmlformats.org/officeDocument/2006/relationships/slide" Target="/ppt/slides/slide7.xml" Id="R7b7af00460734a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9fbad702dc45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87bee403014cd1" /><Relationship Type="http://schemas.openxmlformats.org/officeDocument/2006/relationships/notesMaster" Target="/ppt/notesMasters/notesMaster1.xml" Id="R6f6045a2768f4d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9867cd69e0419d" /><Relationship Type="http://schemas.openxmlformats.org/officeDocument/2006/relationships/notesMaster" Target="/ppt/notesMasters/notesMaster1.xml" Id="R70a2c6e82ea341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1d3296ed5d40c3" /><Relationship Type="http://schemas.openxmlformats.org/officeDocument/2006/relationships/notesMaster" Target="/ppt/notesMasters/notesMaster1.xml" Id="R7d2634c408f648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35e06727854250" /><Relationship Type="http://schemas.openxmlformats.org/officeDocument/2006/relationships/notesMaster" Target="/ppt/notesMasters/notesMaster1.xml" Id="R6d6d8d6085e04b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cc5f8d154f43c8" /><Relationship Type="http://schemas.openxmlformats.org/officeDocument/2006/relationships/notesMaster" Target="/ppt/notesMasters/notesMaster1.xml" Id="Rff00c7a4071643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32cb9f67b54756" /><Relationship Type="http://schemas.openxmlformats.org/officeDocument/2006/relationships/notesMaster" Target="/ppt/notesMasters/notesMaster1.xml" Id="R9483b05089a549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80cf0e5e934217" /><Relationship Type="http://schemas.openxmlformats.org/officeDocument/2006/relationships/notesMaster" Target="/ppt/notesMasters/notesMaster1.xml" Id="R3a6b35479df640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Developer name is taken from the project owner’s Git identity. No additional biography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Process is based on the assignment, saved implementation and verification records. This is a workflow, not an invented schedule.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See flutter_app/lib and README.md for the implementation. Firebase app identifiers do not replace security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Screenshots are actual emulator captures; full Figma fidelity is still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Cart prices are educational demonstration data. No real payment or restaurant dispatch is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Verification source: docs/emulator-verification.md. Five functional scenarios passed with no skips. Physical-device results and final acceptance are not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13413f0c042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81dd6665b4a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58cc17b6546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e0e4de60049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3df008dfbc4b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a3927ad5234c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946786-E0DA-4672-BD17-F0F278D51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4098DD-F05E-47F7-B216-841D8D880A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7ACE4E-4E7A-4212-A3E2-2F7D9F5C73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3E4BD0-40B5-4421-935A-61E19E92B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01A53F-D8C4-43DF-B29A-0465944555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CD6E22-B925-4939-A089-828AF49962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FC749D-7B6E-4E4B-9596-B4D77E081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C1F14A-8BB4-45EC-B558-92890833C9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1237F6-CE3D-4BDA-9E19-28B0242BC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FD8F8D-EA16-4EF4-81AA-E935F6A1A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9f59e964f04aad" /><Relationship Type="http://schemas.openxmlformats.org/officeDocument/2006/relationships/slideLayout" Target="/ppt/slideLayouts/slideLayout1.xml" Id="Rce966ec6a56e4a09" /><Relationship Type="http://schemas.openxmlformats.org/officeDocument/2006/relationships/slideLayout" Target="/ppt/slideLayouts/slideLayout2.xml" Id="R2b383a60a3534e35" /><Relationship Type="http://schemas.openxmlformats.org/officeDocument/2006/relationships/slideLayout" Target="/ppt/slideLayouts/slideLayout3.xml" Id="Ra6bdef97ccf64fce" /><Relationship Type="http://schemas.openxmlformats.org/officeDocument/2006/relationships/slideLayout" Target="/ppt/slideLayouts/slideLayout4.xml" Id="R44c9972ef4b84675" /><Relationship Type="http://schemas.openxmlformats.org/officeDocument/2006/relationships/slideLayout" Target="/ppt/slideLayouts/slideLayout5.xml" Id="R8b0ea9349c454353" /><Relationship Type="http://schemas.openxmlformats.org/officeDocument/2006/relationships/slideLayout" Target="/ppt/slideLayouts/slideLayout6.xml" Id="Rbb18ca990fb744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966ec6a56e4a09"/>
    <p:sldLayoutId xmlns:r="http://schemas.openxmlformats.org/officeDocument/2006/relationships" id="2147483650" r:id="R2b383a60a3534e35"/>
    <p:sldLayoutId xmlns:r="http://schemas.openxmlformats.org/officeDocument/2006/relationships" id="2147483651" r:id="Ra6bdef97ccf64fce"/>
    <p:sldLayoutId xmlns:r="http://schemas.openxmlformats.org/officeDocument/2006/relationships" id="2147483652" r:id="R44c9972ef4b84675"/>
    <p:sldLayoutId xmlns:r="http://schemas.openxmlformats.org/officeDocument/2006/relationships" id="2147483653" r:id="R8b0ea9349c454353"/>
    <p:sldLayoutId xmlns:r="http://schemas.openxmlformats.org/officeDocument/2006/relationships" id="2147483654" r:id="Rbb18ca990fb744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da204e63fa4f30" /><Relationship Type="http://schemas.openxmlformats.org/officeDocument/2006/relationships/image" Target="/ppt/media/image.png" Id="R5ceffeb9205b40e1" /><Relationship Type="http://schemas.openxmlformats.org/officeDocument/2006/relationships/notesSlide" Target="/ppt/notesSlides/notesSlide1.xml" Id="R9331ea5d87604e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8870eac76f440a" /><Relationship Type="http://schemas.openxmlformats.org/officeDocument/2006/relationships/notesSlide" Target="/ppt/notesSlides/notesSlide2.xml" Id="R8c16f27c7bed4b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4ba4b6f0e94418" /><Relationship Type="http://schemas.openxmlformats.org/officeDocument/2006/relationships/notesSlide" Target="/ppt/notesSlides/notesSlide3.xml" Id="R29a944e6669642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9ce91b52d44fe" /><Relationship Type="http://schemas.openxmlformats.org/officeDocument/2006/relationships/notesSlide" Target="/ppt/notesSlides/notesSlide4.xml" Id="Rf55cd2365c444b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054dfe0c51451e" /><Relationship Type="http://schemas.openxmlformats.org/officeDocument/2006/relationships/image" Target="/ppt/media/image2.png" Id="R09663bb11ce440df" /><Relationship Type="http://schemas.openxmlformats.org/officeDocument/2006/relationships/image" Target="/ppt/media/image3.png" Id="R6716414783524664" /><Relationship Type="http://schemas.openxmlformats.org/officeDocument/2006/relationships/image" Target="/ppt/media/image4.png" Id="R26431ba3f0b94f7c" /><Relationship Type="http://schemas.openxmlformats.org/officeDocument/2006/relationships/notesSlide" Target="/ppt/notesSlides/notesSlide5.xml" Id="Re77bbbd41bee47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e92cb57db64d4f" /><Relationship Type="http://schemas.openxmlformats.org/officeDocument/2006/relationships/image" Target="/ppt/media/image5.png" Id="R8f30dfc568fe428b" /><Relationship Type="http://schemas.openxmlformats.org/officeDocument/2006/relationships/image" Target="/ppt/media/image6.png" Id="R6ac3cdbdd286497b" /><Relationship Type="http://schemas.openxmlformats.org/officeDocument/2006/relationships/image" Target="/ppt/media/image7.png" Id="R61aceeba081d43d5" /><Relationship Type="http://schemas.openxmlformats.org/officeDocument/2006/relationships/notesSlide" Target="/ppt/notesSlides/notesSlide6.xml" Id="Rb839a753fbad47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ad8e77cc124a7b" /><Relationship Type="http://schemas.openxmlformats.org/officeDocument/2006/relationships/notesSlide" Target="/ppt/notesSlides/notesSlide7.xml" Id="Rffc5d3975d484f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C8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8E75C-B926-42E6-9E84-CB1732B4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StreetBite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C012B-799F-4D76-ACE0-E833CE4F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Food discovery &amp; demo ordering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5C0C6-BF40-4E9E-A809-00C4334C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Flutter graduation project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Mohammed Nasser · October 2026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2378F-4098-4B22-B5C1-889BE743F9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ffeb9205b40e1"/>
          <a:stretch xmlns:a="http://schemas.openxmlformats.org/drawingml/2006/main"/>
        </p:blipFill>
        <p:spPr>
          <a:xfrm xmlns:a="http://schemas.openxmlformats.org/drawingml/2006/main">
            <a:off x="8572500" y="666750"/>
            <a:ext cx="2314575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03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A221A-2A93-4D88-B9AF-240B69AB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Developer 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E1337-2C85-4A33-8621-F7CE534C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Mohammed Nasser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B422F-1E56-45B8-AD7A-12F40BDE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Flutter development, application architecture and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0C5BF-9491-4915-AA72-C5F4F3AC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StreetBite brings live recipes, a reactive cart and account features</a:t>
            </a:r>
          </a:p>
          <a:p xmlns:a="http://schemas.openxmlformats.org/drawingml/2006/main">
            <a:pPr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into one Arabic and English application.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53076-659D-4197-B20B-918788E3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854D"/>
                </a:solidFill>
                <a:latin typeface="Arial"/>
                <a:ea typeface="Arial"/>
                <a:cs typeface="Arial"/>
              </a:rPr>
              <a:t>github.com/MohammedNasser0/streetbite</a:t>
            </a:r>
          </a:p>
        </p:txBody>
      </p:sp>
    </p:spTree>
    <p:extLst>
      <p:ext uri="{BB962C8B-B14F-4D97-AF65-F5344CB8AC3E}">
        <p14:creationId xmlns:p14="http://schemas.microsoft.com/office/powerpoint/2010/main" val="85984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E6D03-0E39-4F78-828C-2F73301A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Development and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A2931-8786-44E2-8026-D27A1410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428A3-CB95-4FC1-91C8-4E3A8C62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Requirements &amp;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F9FED-7E8F-4D47-B6AA-6F633161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Map the assignment to screens, integrations and acceptance evidence.</a:t>
            </a:r>
          </a:p>
          <a:p xmlns:a="http://schemas.openxmlformats.org/drawingml/2006/main">
            <a: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Inspect the supplied Figma frames and preserve the green delivery brand.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0D6B8-8C27-436C-A6FF-6ABAA11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E1D17-FED6-45C0-8435-FCEE5178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956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Application implementation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D45A2-EFC2-4E0E-A07D-371E8CC9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Build the domain contracts, repositories, BLoCs and bilingual screens.</a:t>
            </a:r>
          </a:p>
          <a:p xmlns:a="http://schemas.openxmlformats.org/drawingml/2006/main">
            <a: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Connect live recipes, local caching, Firebase accounts and demo orders.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98571-6601-47F8-8ECC-EFFD12B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4C024-DC9D-4A07-86A4-6CAC2ED6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Verification &amp; beta delivery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D8B03-AC7F-4036-9B27-48BDE3C4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768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Run unit, layout and emulator tests; capture genuine screenshots.</a:t>
            </a:r>
          </a:p>
          <a:p xmlns:a="http://schemas.openxmlformats.org/drawingml/2006/main">
            <a: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Finish physical-device QA, design coverage and beta distribution evidence.</a:t>
            </a:r>
          </a:p>
        </p:txBody>
      </p:sp>
    </p:spTree>
    <p:extLst>
      <p:ext uri="{BB962C8B-B14F-4D97-AF65-F5344CB8AC3E}">
        <p14:creationId xmlns:p14="http://schemas.microsoft.com/office/powerpoint/2010/main" val="2031654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093C6-386B-47B7-99C3-370EB37F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B44AE-BA14-4EE7-88AB-D79BA657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27CBC-0069-4691-9B3D-BB4E57BE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Screens and reusable widgets</a:t>
            </a:r>
          </a:p>
          <a:p xmlns:a="http://schemas.openxmlformats.org/drawingml/2006/main">
            <a: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AuthCubit, MenuCubit, CartBloc, ThemeBloc and LocaleCubit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1A41A-97BE-499D-905D-5AD10B96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610E0-D0A3-4DB0-A025-53EE2594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Entities, repository contracts and use cases</a:t>
            </a:r>
          </a:p>
          <a:p xmlns:a="http://schemas.openxmlformats.org/drawingml/2006/main">
            <a: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SearchMeals, PlaceOrder, cash and demo-card payment strategies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AF24F-C148-488A-A646-5E09FEFC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59D1E-E69C-49A9-8541-52BC40B8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Dio remote source, shared_preferences cache and JSON models</a:t>
            </a:r>
          </a:p>
          <a:p xmlns:a="http://schemas.openxmlformats.org/drawingml/2006/main">
            <a: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Firebase repositories and the Firestore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9D759-4043-4B56-9BC2-76317911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GetIt dependencies · Builder profiles · Factory sources · Singleton Firestore</a:t>
            </a:r>
          </a:p>
        </p:txBody>
      </p:sp>
    </p:spTree>
    <p:extLst>
      <p:ext uri="{BB962C8B-B14F-4D97-AF65-F5344CB8AC3E}">
        <p14:creationId xmlns:p14="http://schemas.microsoft.com/office/powerpoint/2010/main" val="608913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1A700-D82A-4BF0-AA1D-7AE572AD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Live discovery in English and Arabic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16301-2FD5-4139-9B71-C6D3628936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63bb11ce440df"/>
          <a:stretch xmlns:a="http://schemas.openxmlformats.org/drawingml/2006/main"/>
        </p:blipFill>
        <p:spPr>
          <a:xfrm xmlns:a="http://schemas.openxmlformats.org/drawingml/2006/main">
            <a:off x="809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BED28-8E71-4AE5-B7CE-07CBAB232A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6414783524664"/>
          <a:stretch xmlns:a="http://schemas.openxmlformats.org/drawingml/2006/main"/>
        </p:blipFill>
        <p:spPr>
          <a:xfrm xmlns:a="http://schemas.openxmlformats.org/drawingml/2006/main">
            <a:off x="5000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87377-7A06-41A3-AE1D-A671FC4D6C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31ba3f0b94f7c"/>
          <a:stretch xmlns:a="http://schemas.openxmlformats.org/drawingml/2006/main"/>
        </p:blipFill>
        <p:spPr>
          <a:xfrm xmlns:a="http://schemas.openxmlformats.org/drawingml/2006/main">
            <a:off x="9191863" y="1304925"/>
            <a:ext cx="2190274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B5469-4B13-4A5C-9570-947E06F4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86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B4C63-EB88-4F96-A3F8-8C08063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28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Arabic / RTL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1D443-E4A5-4D12-8369-50B48974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Dark theme</a:t>
            </a:r>
          </a:p>
        </p:txBody>
      </p:sp>
    </p:spTree>
    <p:extLst>
      <p:ext uri="{BB962C8B-B14F-4D97-AF65-F5344CB8AC3E}">
        <p14:creationId xmlns:p14="http://schemas.microsoft.com/office/powerpoint/2010/main" val="14461806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122A7-75EB-4E8F-BD0E-3E87746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Meal details, cart and account access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9EADF-92FC-4289-B921-BF1CAC587F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0dfc568fe428b"/>
          <a:stretch xmlns:a="http://schemas.openxmlformats.org/drawingml/2006/main"/>
        </p:blipFill>
        <p:spPr>
          <a:xfrm xmlns:a="http://schemas.openxmlformats.org/drawingml/2006/main">
            <a:off x="809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2C3FF-67AF-4C12-8BC5-9E1399BCD0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3cdbdd286497b"/>
          <a:stretch xmlns:a="http://schemas.openxmlformats.org/drawingml/2006/main"/>
        </p:blipFill>
        <p:spPr>
          <a:xfrm xmlns:a="http://schemas.openxmlformats.org/drawingml/2006/main">
            <a:off x="5000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20B6B-C2D0-4821-A053-6C9483AB66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ceeba081d43d5"/>
          <a:stretch xmlns:a="http://schemas.openxmlformats.org/drawingml/2006/main"/>
        </p:blipFill>
        <p:spPr>
          <a:xfrm xmlns:a="http://schemas.openxmlformats.org/drawingml/2006/main">
            <a:off x="9191863" y="1304925"/>
            <a:ext cx="2190274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B3FAE-8909-4C70-B836-56D4BA49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86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Meal details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78055-7303-4FFF-A3B4-A86181A4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28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Reactive cart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EE9A5-A5F2-4693-9F55-35058FC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Email sign-in</a:t>
            </a:r>
          </a:p>
        </p:txBody>
      </p:sp>
    </p:spTree>
    <p:extLst>
      <p:ext uri="{BB962C8B-B14F-4D97-AF65-F5344CB8AC3E}">
        <p14:creationId xmlns:p14="http://schemas.microsoft.com/office/powerpoint/2010/main" val="1909340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77487-32FE-479C-8AA8-C426C4E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Verification and release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9BF3D-AAC1-4097-9DCE-CE163678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8EDE1-B73A-48BB-BF72-913ED74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unit and layout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826F8-06B9-459A-B438-B1317A64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43454-3CBE-4BF7-BC2E-06E8C936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Appium scenarios passed on emulator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7F0A7-BB7D-4E1E-BC7C-63CAD568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Android release APK built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F6D37-4628-4477-AA73-6BDE4CAE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Firebase beta distributed to two testers.</a:t>
            </a:r>
          </a:p>
          <a:p xmlns:a="http://schemas.openxmlformats.org/drawingml/2006/main">
            <a: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Authentication and Maps verified on emulator.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528AD-0B04-4FA5-B136-EBBA9ACB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Remaining acceptance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57AA5-CA9E-42E5-96B4-5EE016C9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Physical-device QA, full Figma coverage,</a:t>
            </a:r>
          </a:p>
          <a:p xmlns:a="http://schemas.openxmlformats.org/drawingml/2006/main">
            <a: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profile/biometric checks and tester acceptance.</a:t>
            </a:r>
          </a:p>
        </p:txBody>
      </p:sp>
    </p:spTree>
    <p:extLst>
      <p:ext uri="{BB962C8B-B14F-4D97-AF65-F5344CB8AC3E}">
        <p14:creationId xmlns:p14="http://schemas.microsoft.com/office/powerpoint/2010/main" val="945134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2026-10-12T04:03:16.4270000Z</dcterms:created>
  <dcterms:modified xsi:type="dcterms:W3CDTF">2026-10-12T04:03:16.4270000Z</dcterms:modified>
</coreProperties>
</file>