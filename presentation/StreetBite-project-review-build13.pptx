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434e0f560b4d07" /><Relationship Type="http://schemas.openxmlformats.org/officeDocument/2006/relationships/extended-properties" Target="/docProps/app.xml" Id="R0e898340d9374507" /><Relationship Type="http://schemas.openxmlformats.org/officeDocument/2006/relationships/officeDocument" Target="/ppt/presentation.xml" Id="Raf45e15f39664e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99fe70c29242b7"/>
  </p:sldMasterIdLst>
  <p:notesMasterIdLst>
    <p:notesMasterId xmlns:r="http://schemas.openxmlformats.org/officeDocument/2006/relationships" r:id="R86e8938bb19a4b29"/>
  </p:notesMasterIdLst>
  <p:sldIdLst>
    <p:sldId xmlns:r="http://schemas.openxmlformats.org/officeDocument/2006/relationships" id="256" r:id="R48a9a2374c9d470f"/>
    <p:sldId xmlns:r="http://schemas.openxmlformats.org/officeDocument/2006/relationships" id="257" r:id="Rab95563d4a8a4c62"/>
    <p:sldId xmlns:r="http://schemas.openxmlformats.org/officeDocument/2006/relationships" id="258" r:id="R69f35e46c5294e9f"/>
    <p:sldId xmlns:r="http://schemas.openxmlformats.org/officeDocument/2006/relationships" id="259" r:id="R30ba5e77d1324eda"/>
    <p:sldId xmlns:r="http://schemas.openxmlformats.org/officeDocument/2006/relationships" id="260" r:id="R20340937126c4ac5"/>
    <p:sldId xmlns:r="http://schemas.openxmlformats.org/officeDocument/2006/relationships" id="261" r:id="R64739aae4d61408a"/>
    <p:sldId xmlns:r="http://schemas.openxmlformats.org/officeDocument/2006/relationships" id="262" r:id="R9547f6359a5a4b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25c56cf60c4cba" /><Relationship Type="http://schemas.openxmlformats.org/officeDocument/2006/relationships/slideMaster" Target="/ppt/slideMasters/slideMaster1.xml" Id="Rbc99fe70c29242b7" /><Relationship Type="http://schemas.openxmlformats.org/officeDocument/2006/relationships/notesMaster" Target="/ppt/notesMasters/notesMaster1.xml" Id="R86e8938bb19a4b29" /><Relationship Type="http://schemas.openxmlformats.org/officeDocument/2006/relationships/presProps" Target="/ppt/presProps.xml" Id="Rcbbf3031cf094f96" /><Relationship Type="http://schemas.openxmlformats.org/officeDocument/2006/relationships/tableStyles" Target="/ppt/tableStyles.xml" Id="R031f9e296d514684" /><Relationship Type="http://schemas.openxmlformats.org/officeDocument/2006/relationships/slide" Target="/ppt/slides/slide1.xml" Id="R48a9a2374c9d470f" /><Relationship Type="http://schemas.openxmlformats.org/officeDocument/2006/relationships/slide" Target="/ppt/slides/slide2.xml" Id="Rab95563d4a8a4c62" /><Relationship Type="http://schemas.openxmlformats.org/officeDocument/2006/relationships/slide" Target="/ppt/slides/slide3.xml" Id="R69f35e46c5294e9f" /><Relationship Type="http://schemas.openxmlformats.org/officeDocument/2006/relationships/slide" Target="/ppt/slides/slide4.xml" Id="R30ba5e77d1324eda" /><Relationship Type="http://schemas.openxmlformats.org/officeDocument/2006/relationships/slide" Target="/ppt/slides/slide5.xml" Id="R20340937126c4ac5" /><Relationship Type="http://schemas.openxmlformats.org/officeDocument/2006/relationships/slide" Target="/ppt/slides/slide6.xml" Id="R64739aae4d61408a" /><Relationship Type="http://schemas.openxmlformats.org/officeDocument/2006/relationships/slide" Target="/ppt/slides/slide7.xml" Id="R9547f6359a5a4b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75a6bfcf1a46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7b31a9ca3649ea" /><Relationship Type="http://schemas.openxmlformats.org/officeDocument/2006/relationships/notesMaster" Target="/ppt/notesMasters/notesMaster1.xml" Id="R0dd48d8ee6794b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c8285bb1244573" /><Relationship Type="http://schemas.openxmlformats.org/officeDocument/2006/relationships/notesMaster" Target="/ppt/notesMasters/notesMaster1.xml" Id="R299a9d754a5d48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3ac87e997941b0" /><Relationship Type="http://schemas.openxmlformats.org/officeDocument/2006/relationships/notesMaster" Target="/ppt/notesMasters/notesMaster1.xml" Id="Rf1f79eae266145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b88752a4904688" /><Relationship Type="http://schemas.openxmlformats.org/officeDocument/2006/relationships/notesMaster" Target="/ppt/notesMasters/notesMaster1.xml" Id="R159cc0e969974d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65747d11b2419a" /><Relationship Type="http://schemas.openxmlformats.org/officeDocument/2006/relationships/notesMaster" Target="/ppt/notesMasters/notesMaster1.xml" Id="R15006ff320084e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5b202d93fc4c6a" /><Relationship Type="http://schemas.openxmlformats.org/officeDocument/2006/relationships/notesMaster" Target="/ppt/notesMasters/notesMaster1.xml" Id="R96c01c7507754c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403ac830a84597" /><Relationship Type="http://schemas.openxmlformats.org/officeDocument/2006/relationships/notesMaster" Target="/ppt/notesMasters/notesMaster1.xml" Id="Rd66809fd0eed47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Developer name is taken from the project owner’s Git identity. No additional biography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Process is based on the assignment, saved implementation and verification records. This is a workflow, not an invented schedule.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See flutter_app/lib and README.md for the implementation. Firebase app identifiers do not replace security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Screenshots are actual emulator captures; full Figma fidelity is still under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Cart prices are educational demonstration data. No real payment or restaurant dispatch is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build13 SHA256318b20bf2526d994377d4df2e9b4f43058029be8ddc361f24797b111454a95b3; Firebase release1p7qp7hs4ct48 distributed to two authorized testers on14October2026. All43Flutter tests and analyzer pass. Four final emulator cases passed2m37: BrowseRetry, categories/details quantity, shared address/grouped menu/cart and screenshot tour. Five core physical cases passed; initialProfile setup interrupted byPlayProtect and retained. Owner completed scanner and touchedfingerprint; Profile retry passed1m29 after installed APK checksum verification. Six unique physical cases across scoped runs. Gallery/photo/restart remains historicalbuild4. All physical screenshots privateZIPonly. Slides5/6 genuine signed-out emulator13captures. STREET3 saved-address prompt fixed and verifiedDone. Manual43cases2Pass41NotRun, automation doesnotcomplete manualcycle. Figma fidelitypartial, mapsbonusdeferred, testeracceptanceunverified. Demoorderingonly. No finalplatformsubmission.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57da0b27e841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af81741ed40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f260c4c1014d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a13e821b784d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3e5fc34df48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e359c54bc4a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946786-E0DA-4672-BD17-F0F278D51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4098DD-F05E-47F7-B216-841D8D880A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7ACE4E-4E7A-4212-A3E2-2F7D9F5C73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3E4BD0-40B5-4421-935A-61E19E92B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01A53F-D8C4-43DF-B29A-0465944555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CD6E22-B925-4939-A089-828AF49962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FC749D-7B6E-4E4B-9596-B4D77E0815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C1F14A-8BB4-45EC-B558-92890833C9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1237F6-CE3D-4BDA-9E19-28B0242BC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FD8F8D-EA16-4EF4-81AA-E935F6A1A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6f66fedc2c439f" /><Relationship Type="http://schemas.openxmlformats.org/officeDocument/2006/relationships/slideLayout" Target="/ppt/slideLayouts/slideLayout1.xml" Id="R7687a1a48a5b4455" /><Relationship Type="http://schemas.openxmlformats.org/officeDocument/2006/relationships/slideLayout" Target="/ppt/slideLayouts/slideLayout2.xml" Id="R1e585b4340f442b1" /><Relationship Type="http://schemas.openxmlformats.org/officeDocument/2006/relationships/slideLayout" Target="/ppt/slideLayouts/slideLayout3.xml" Id="R3b6fed49ece34252" /><Relationship Type="http://schemas.openxmlformats.org/officeDocument/2006/relationships/slideLayout" Target="/ppt/slideLayouts/slideLayout4.xml" Id="Rf81fa0c3e8844f3f" /><Relationship Type="http://schemas.openxmlformats.org/officeDocument/2006/relationships/slideLayout" Target="/ppt/slideLayouts/slideLayout5.xml" Id="Rb61dab0c416d4cf5" /><Relationship Type="http://schemas.openxmlformats.org/officeDocument/2006/relationships/slideLayout" Target="/ppt/slideLayouts/slideLayout6.xml" Id="R02592fc6e0c941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87a1a48a5b4455"/>
    <p:sldLayoutId xmlns:r="http://schemas.openxmlformats.org/officeDocument/2006/relationships" id="2147483650" r:id="R1e585b4340f442b1"/>
    <p:sldLayoutId xmlns:r="http://schemas.openxmlformats.org/officeDocument/2006/relationships" id="2147483651" r:id="R3b6fed49ece34252"/>
    <p:sldLayoutId xmlns:r="http://schemas.openxmlformats.org/officeDocument/2006/relationships" id="2147483652" r:id="Rf81fa0c3e8844f3f"/>
    <p:sldLayoutId xmlns:r="http://schemas.openxmlformats.org/officeDocument/2006/relationships" id="2147483653" r:id="Rb61dab0c416d4cf5"/>
    <p:sldLayoutId xmlns:r="http://schemas.openxmlformats.org/officeDocument/2006/relationships" id="2147483654" r:id="R02592fc6e0c941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80b776c0284f76" /><Relationship Type="http://schemas.openxmlformats.org/officeDocument/2006/relationships/image" Target="/ppt/media/image.png" Id="R395221abd48c4fe9" /><Relationship Type="http://schemas.openxmlformats.org/officeDocument/2006/relationships/notesSlide" Target="/ppt/notesSlides/notesSlide1.xml" Id="Rf30681fa16e14b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94038426d64697" /><Relationship Type="http://schemas.openxmlformats.org/officeDocument/2006/relationships/notesSlide" Target="/ppt/notesSlides/notesSlide2.xml" Id="R13c7eaf9cfe44e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4b6cc779eb46ab" /><Relationship Type="http://schemas.openxmlformats.org/officeDocument/2006/relationships/notesSlide" Target="/ppt/notesSlides/notesSlide3.xml" Id="Re9c61d1ccca54a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a716ed1ed548b4" /><Relationship Type="http://schemas.openxmlformats.org/officeDocument/2006/relationships/notesSlide" Target="/ppt/notesSlides/notesSlide4.xml" Id="R22011e095f5545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ede9494e9c44ea" /><Relationship Type="http://schemas.openxmlformats.org/officeDocument/2006/relationships/image" Target="/ppt/media/image2.png" Id="Rcde5e8ae01b34be0" /><Relationship Type="http://schemas.openxmlformats.org/officeDocument/2006/relationships/image" Target="/ppt/media/image3.png" Id="Rab0fc7775b214017" /><Relationship Type="http://schemas.openxmlformats.org/officeDocument/2006/relationships/image" Target="/ppt/media/image4.png" Id="Ra0f652d87dfb4f6a" /><Relationship Type="http://schemas.openxmlformats.org/officeDocument/2006/relationships/notesSlide" Target="/ppt/notesSlides/notesSlide5.xml" Id="Rafbaf6256a4745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5c327b15d7436f" /><Relationship Type="http://schemas.openxmlformats.org/officeDocument/2006/relationships/image" Target="/ppt/media/image5.png" Id="R6c6de130a5a946ac" /><Relationship Type="http://schemas.openxmlformats.org/officeDocument/2006/relationships/image" Target="/ppt/media/image6.png" Id="R9135c62d599448c0" /><Relationship Type="http://schemas.openxmlformats.org/officeDocument/2006/relationships/image" Target="/ppt/media/image7.png" Id="R7d614c2386ac4fbc" /><Relationship Type="http://schemas.openxmlformats.org/officeDocument/2006/relationships/notesSlide" Target="/ppt/notesSlides/notesSlide6.xml" Id="R33c0b93fa8b34b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1eaf2b095474b" /><Relationship Type="http://schemas.openxmlformats.org/officeDocument/2006/relationships/notesSlide" Target="/ppt/notesSlides/notesSlide7.xml" Id="R5c35e855f70f48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C8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8E75C-B926-42E6-9E84-CB1732B4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StreetBite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C012B-799F-4D76-ACE0-E833CE4F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Food discovery &amp; demo ordering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5C0C6-BF40-4E9E-A809-00C4334C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Flutter graduation project</a:t>
            </a:r>
          </a:p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Mohammed Nasser · October 2026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8E0C5-DF99-4449-972B-032FF8D2E6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221abd48c4fe9"/>
          <a:stretch xmlns:a="http://schemas.openxmlformats.org/drawingml/2006/main"/>
        </p:blipFill>
        <p:spPr>
          <a:xfrm xmlns:a="http://schemas.openxmlformats.org/drawingml/2006/main">
            <a:off x="8572500" y="666750"/>
            <a:ext cx="2314575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03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A221A-2A93-4D88-B9AF-240B69AB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Developer 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E1337-2C85-4A33-8621-F7CE534C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3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Mohammed Nasser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B422F-1E56-45B8-AD7A-12F40BDE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Flutter development, application architecture and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0C5BF-9491-4915-AA72-C5F4F3AC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StreetBite brings live recipes, a reactive cart and account features</a:t>
            </a:r>
          </a:p>
          <a:p xmlns:a="http://schemas.openxmlformats.org/drawingml/2006/main">
            <a:pPr>
              <a:buNone/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into one Arabic and English application.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53076-659D-4197-B20B-918788E3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854D"/>
                </a:solidFill>
                <a:latin typeface="Arial"/>
                <a:ea typeface="Arial"/>
                <a:cs typeface="Arial"/>
              </a:rPr>
              <a:t>github.com/MohammedNasser0/streetbite</a:t>
            </a:r>
          </a:p>
        </p:txBody>
      </p:sp>
    </p:spTree>
    <p:extLst>
      <p:ext uri="{BB962C8B-B14F-4D97-AF65-F5344CB8AC3E}">
        <p14:creationId xmlns:p14="http://schemas.microsoft.com/office/powerpoint/2010/main" val="85984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E6D03-0E39-4F78-828C-2F73301A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Development and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A2931-8786-44E2-8026-D27A1410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428A3-CB95-4FC1-91C8-4E3A8C62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Requirements &amp;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F9FED-7E8F-4D47-B6AA-6F633161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Map the assignment to screens, integrations and acceptance evidence.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Inspect the supplied Figma frames and preserve the green delivery brand.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0D6B8-8C27-436C-A6FF-6ABAA11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E1D17-FED6-45C0-8435-FCEE5178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956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Application implementation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D45A2-EFC2-4E0E-A07D-371E8CC9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576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Build the domain contracts, repositories, BLoCs and bilingual screens.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Connect live recipes, local caching, Firebase accounts and demo orders.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98571-6601-47F8-8ECC-EFFD12B1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4C024-DC9D-4A07-86A4-6CAC2ED6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Verification &amp; beta delivery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D8B03-AC7F-4036-9B27-48BDE3C4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768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Verify the core flows on emulator and physical Android.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Document beta delivery and distinguish optional QA evidence.</a:t>
            </a:r>
          </a:p>
        </p:txBody>
      </p:sp>
    </p:spTree>
    <p:extLst>
      <p:ext uri="{BB962C8B-B14F-4D97-AF65-F5344CB8AC3E}">
        <p14:creationId xmlns:p14="http://schemas.microsoft.com/office/powerpoint/2010/main" val="2031654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093C6-386B-47B7-99C3-370EB37F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B44AE-BA14-4EE7-88AB-D79BA657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27CBC-0069-4691-9B3D-BB4E57BE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Screens and reusable widgets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AuthCubit, MenuCubit, CartBloc, ThemeBloc and LocaleCubit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1A41A-97BE-499D-905D-5AD10B96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610E0-D0A3-4DB0-A025-53EE2594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Entities, repository contracts and use cases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SearchMeals, PlaceOrder, cash and demo-card payment strategies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AF24F-C148-488A-A646-5E09FEFC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59D1E-E69C-49A9-8541-52BC40B8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Dio remote source, shared_preferences cache and JSON models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Firebase repositories and the Firestore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9D759-4043-4B56-9BC2-76317911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GetIt dependencies · Builder profiles · Factory sources · Singleton Firestore</a:t>
            </a:r>
          </a:p>
        </p:txBody>
      </p:sp>
    </p:spTree>
    <p:extLst>
      <p:ext uri="{BB962C8B-B14F-4D97-AF65-F5344CB8AC3E}">
        <p14:creationId xmlns:p14="http://schemas.microsoft.com/office/powerpoint/2010/main" val="608913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1A700-D82A-4BF0-AA1D-7AE572AD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Live discovery in English and Arabic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1C0D7-A0A9-4CB7-834B-0300DCBED2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5e8ae01b34be0"/>
          <a:stretch xmlns:a="http://schemas.openxmlformats.org/drawingml/2006/main"/>
        </p:blipFill>
        <p:spPr>
          <a:xfrm xmlns:a="http://schemas.openxmlformats.org/drawingml/2006/main" flipH="0" flipV="0">
            <a:off x="809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37D18-516E-4914-B4E6-6CD5787492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fc7775b214017"/>
          <a:stretch xmlns:a="http://schemas.openxmlformats.org/drawingml/2006/main"/>
        </p:blipFill>
        <p:spPr>
          <a:xfrm xmlns:a="http://schemas.openxmlformats.org/drawingml/2006/main" flipH="0" flipV="0">
            <a:off x="5000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AB0B0-E1DA-4168-8F17-8A2BAA0FCD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652d87dfb4f6a"/>
          <a:stretch xmlns:a="http://schemas.openxmlformats.org/drawingml/2006/main"/>
        </p:blipFill>
        <p:spPr>
          <a:xfrm xmlns:a="http://schemas.openxmlformats.org/drawingml/2006/main" flipH="0" flipV="0">
            <a:off x="9191863" y="1304925"/>
            <a:ext cx="2190274" cy="4867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B5469-4B13-4A5C-9570-947E06F4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86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B4C63-EB88-4F96-A3F8-8C080639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28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Arabic / RTL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1D443-E4A5-4D12-8369-50B48974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86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Dark theme</a:t>
            </a:r>
          </a:p>
        </p:txBody>
      </p:sp>
    </p:spTree>
    <p:extLst>
      <p:ext uri="{BB962C8B-B14F-4D97-AF65-F5344CB8AC3E}">
        <p14:creationId xmlns:p14="http://schemas.microsoft.com/office/powerpoint/2010/main" val="14461806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122A7-75EB-4E8F-BD0E-3E87746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Menu, cart and category browsing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705EC-4205-49BE-A35B-9C01330BFD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de130a5a946ac"/>
          <a:stretch xmlns:a="http://schemas.openxmlformats.org/drawingml/2006/main"/>
        </p:blipFill>
        <p:spPr>
          <a:xfrm xmlns:a="http://schemas.openxmlformats.org/drawingml/2006/main" flipH="0" flipV="0">
            <a:off x="809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3EFDF-9A17-46FC-8AFD-F2B3775390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5c62d599448c0"/>
          <a:stretch xmlns:a="http://schemas.openxmlformats.org/drawingml/2006/main"/>
        </p:blipFill>
        <p:spPr>
          <a:xfrm xmlns:a="http://schemas.openxmlformats.org/drawingml/2006/main" flipH="0" flipV="0">
            <a:off x="5000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557E4-3AE4-492A-9442-C4B2D8BC7F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14c2386ac4fbc"/>
          <a:stretch xmlns:a="http://schemas.openxmlformats.org/drawingml/2006/main"/>
        </p:blipFill>
        <p:spPr>
          <a:xfrm xmlns:a="http://schemas.openxmlformats.org/drawingml/2006/main" flipH="0" flipV="0">
            <a:off x="9191863" y="1304925"/>
            <a:ext cx="2190274" cy="4867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B3FAE-8909-4C70-B836-56D4BA49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86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Grouped menu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78055-7303-4FFF-A3B4-A86181A4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28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Reactive cart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EE9A5-A5F2-4693-9F55-35058FC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86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</p:spTree>
    <p:extLst>
      <p:ext uri="{BB962C8B-B14F-4D97-AF65-F5344CB8AC3E}">
        <p14:creationId xmlns:p14="http://schemas.microsoft.com/office/powerpoint/2010/main" val="1909340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77487-32FE-479C-8AA8-C426C4E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Verification and release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9BF3D-AAC1-4097-9DCE-CE163678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8EDE1-B73A-48BB-BF72-913ED746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unit and layout tests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826F8-06B9-459A-B438-B1317A64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43454-3CBE-4BF7-BC2E-06E8C936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physical Appium cases (build 13)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7F0A7-BB7D-4E1E-BC7C-63CAD568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Android beta 1.0.0 (13)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F6D37-4628-4477-AA73-6BDE4CAE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Firebase build 13 shared with two testers.</a:t>
            </a:r>
          </a:p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Address, menu and cart verified on Android.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528AD-0B04-4FA5-B136-EBBA9ACB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Scope and remaining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57AA5-CA9E-42E5-96B4-5EE016C9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Figma fidelity remains partial.</a:t>
            </a:r>
          </a:p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Bonus map-tile diagnosis is deferred.</a:t>
            </a:r>
          </a:p>
        </p:txBody>
      </p:sp>
    </p:spTree>
    <p:extLst>
      <p:ext uri="{BB962C8B-B14F-4D97-AF65-F5344CB8AC3E}">
        <p14:creationId xmlns:p14="http://schemas.microsoft.com/office/powerpoint/2010/main" val="945134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2026-10-14T12:23:24.9780000Z</dcterms:created>
  <dcterms:modified xsi:type="dcterms:W3CDTF">2026-10-14T12:23:24.9780000Z</dcterms:modified>
</coreProperties>
</file>